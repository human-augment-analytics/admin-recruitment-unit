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95" r:id="rId1"/>
    <p:sldMasterId id="2147483697" r:id="rId2"/>
    <p:sldMasterId id="2147483683" r:id="rId3"/>
  </p:sldMasterIdLst>
  <p:notesMasterIdLst>
    <p:notesMasterId r:id="rId14"/>
  </p:notesMasterIdLst>
  <p:handoutMasterIdLst>
    <p:handoutMasterId r:id="rId15"/>
  </p:handoutMasterIdLst>
  <p:sldIdLst>
    <p:sldId id="307" r:id="rId4"/>
    <p:sldId id="296" r:id="rId5"/>
    <p:sldId id="280" r:id="rId6"/>
    <p:sldId id="322" r:id="rId7"/>
    <p:sldId id="324" r:id="rId8"/>
    <p:sldId id="327" r:id="rId9"/>
    <p:sldId id="323" r:id="rId10"/>
    <p:sldId id="325" r:id="rId11"/>
    <p:sldId id="326" r:id="rId12"/>
    <p:sldId id="328" r:id="rId13"/>
  </p:sldIdLst>
  <p:sldSz cx="12192000" cy="6858000"/>
  <p:notesSz cx="6858000" cy="9144000"/>
  <p:embeddedFontLst>
    <p:embeddedFont>
      <p:font typeface="Roboto" panose="02000000000000000000" pitchFamily="2" charset="0"/>
      <p:regular r:id="rId16"/>
      <p:bold r:id="rId17"/>
      <p:italic r:id="rId18"/>
      <p:boldItalic r:id="rId19"/>
    </p:embeddedFont>
    <p:embeddedFont>
      <p:font typeface="Roboto Slab" pitchFamily="2" charset="0"/>
      <p:regular r:id="rId20"/>
      <p:bold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CC6A"/>
    <a:srgbClr val="54585A"/>
    <a:srgbClr val="FFCC00"/>
    <a:srgbClr val="004376"/>
    <a:srgbClr val="F9F6E5"/>
    <a:srgbClr val="FF640F"/>
    <a:srgbClr val="B3A369"/>
    <a:srgbClr val="6D6137"/>
    <a:srgbClr val="003057"/>
    <a:srgbClr val="D6DBD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06" autoAdjust="0"/>
    <p:restoredTop sz="96301"/>
  </p:normalViewPr>
  <p:slideViewPr>
    <p:cSldViewPr snapToGrid="0" snapToObjects="1">
      <p:cViewPr varScale="1">
        <p:scale>
          <a:sx n="118" d="100"/>
          <a:sy n="118" d="100"/>
        </p:scale>
        <p:origin x="1160" y="192"/>
      </p:cViewPr>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font" Target="fonts/font3.fntdata"/><Relationship Id="rId3" Type="http://schemas.openxmlformats.org/officeDocument/2006/relationships/slideMaster" Target="slideMasters/slideMaster3.xml"/><Relationship Id="rId21" Type="http://schemas.openxmlformats.org/officeDocument/2006/relationships/font" Target="fonts/font6.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handoutMaster" Target="handoutMasters/handoutMaster1.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font" Target="fonts/font4.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notesMaster" Target="notesMasters/notesMaster1.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A6E295-2078-3A4C-9B3B-128821A974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603100D-CACA-0F41-B537-339726C6A5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77CCEE-F6A5-9F4C-8CE3-50501077053A}" type="datetimeFigureOut">
              <a:rPr lang="en-US" smtClean="0"/>
              <a:t>4/27/26</a:t>
            </a:fld>
            <a:endParaRPr lang="en-US"/>
          </a:p>
        </p:txBody>
      </p:sp>
      <p:sp>
        <p:nvSpPr>
          <p:cNvPr id="4" name="Footer Placeholder 3">
            <a:extLst>
              <a:ext uri="{FF2B5EF4-FFF2-40B4-BE49-F238E27FC236}">
                <a16:creationId xmlns:a16="http://schemas.microsoft.com/office/drawing/2014/main" id="{1518C585-FF88-2E4D-AADE-9C9529D2F72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20F8045-3A37-824A-8710-57C502BDEF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957D50-C692-A448-91EE-4B0FAD320CD6}" type="slidenum">
              <a:rPr lang="en-US" smtClean="0"/>
              <a:t>‹#›</a:t>
            </a:fld>
            <a:endParaRPr lang="en-US"/>
          </a:p>
        </p:txBody>
      </p:sp>
    </p:spTree>
    <p:extLst>
      <p:ext uri="{BB962C8B-B14F-4D97-AF65-F5344CB8AC3E}">
        <p14:creationId xmlns:p14="http://schemas.microsoft.com/office/powerpoint/2010/main" val="12850939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890FB0-7803-314F-9BE0-3772887DCBDE}" type="datetimeFigureOut">
              <a:rPr lang="en-US" smtClean="0"/>
              <a:t>4/27/26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A5D7CC-4584-7D4D-9AC5-26861B0A276E}" type="slidenum">
              <a:rPr lang="en-US" smtClean="0"/>
              <a:t>‹#›</a:t>
            </a:fld>
            <a:endParaRPr lang="en-US"/>
          </a:p>
        </p:txBody>
      </p:sp>
    </p:spTree>
    <p:extLst>
      <p:ext uri="{BB962C8B-B14F-4D97-AF65-F5344CB8AC3E}">
        <p14:creationId xmlns:p14="http://schemas.microsoft.com/office/powerpoint/2010/main" val="1802437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A5D7CC-4584-7D4D-9AC5-26861B0A276E}" type="slidenum">
              <a:rPr lang="en-US" smtClean="0"/>
              <a:t>4</a:t>
            </a:fld>
            <a:endParaRPr lang="en-US"/>
          </a:p>
        </p:txBody>
      </p:sp>
    </p:spTree>
    <p:extLst>
      <p:ext uri="{BB962C8B-B14F-4D97-AF65-F5344CB8AC3E}">
        <p14:creationId xmlns:p14="http://schemas.microsoft.com/office/powerpoint/2010/main" val="22714598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CAFC3-4D95-33D5-83B7-263E527241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656B12-AEB4-62A2-FD78-D2C1553022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055617-ADF4-FCF4-015E-A8CF2DC644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AE9A2C-953F-CD94-9509-B028ADE73FF1}"/>
              </a:ext>
            </a:extLst>
          </p:cNvPr>
          <p:cNvSpPr>
            <a:spLocks noGrp="1"/>
          </p:cNvSpPr>
          <p:nvPr>
            <p:ph type="sldNum" sz="quarter" idx="5"/>
          </p:nvPr>
        </p:nvSpPr>
        <p:spPr/>
        <p:txBody>
          <a:bodyPr/>
          <a:lstStyle/>
          <a:p>
            <a:fld id="{7AA5D7CC-4584-7D4D-9AC5-26861B0A276E}" type="slidenum">
              <a:rPr lang="en-US" smtClean="0"/>
              <a:t>5</a:t>
            </a:fld>
            <a:endParaRPr lang="en-US"/>
          </a:p>
        </p:txBody>
      </p:sp>
    </p:spTree>
    <p:extLst>
      <p:ext uri="{BB962C8B-B14F-4D97-AF65-F5344CB8AC3E}">
        <p14:creationId xmlns:p14="http://schemas.microsoft.com/office/powerpoint/2010/main" val="3942866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F1789-4639-4420-2E5F-7785311E9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6CD065-D1BC-1AD6-EF30-A6FEF1DB03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393F4-5A46-C2BB-9F9E-BF1AABC6CE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92CCCC-2D38-FA40-A4CA-37B24F50D535}"/>
              </a:ext>
            </a:extLst>
          </p:cNvPr>
          <p:cNvSpPr>
            <a:spLocks noGrp="1"/>
          </p:cNvSpPr>
          <p:nvPr>
            <p:ph type="sldNum" sz="quarter" idx="5"/>
          </p:nvPr>
        </p:nvSpPr>
        <p:spPr/>
        <p:txBody>
          <a:bodyPr/>
          <a:lstStyle/>
          <a:p>
            <a:fld id="{7AA5D7CC-4584-7D4D-9AC5-26861B0A276E}" type="slidenum">
              <a:rPr lang="en-US" smtClean="0"/>
              <a:t>6</a:t>
            </a:fld>
            <a:endParaRPr lang="en-US"/>
          </a:p>
        </p:txBody>
      </p:sp>
    </p:spTree>
    <p:extLst>
      <p:ext uri="{BB962C8B-B14F-4D97-AF65-F5344CB8AC3E}">
        <p14:creationId xmlns:p14="http://schemas.microsoft.com/office/powerpoint/2010/main" val="136015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itle Placeholder 10">
            <a:extLst>
              <a:ext uri="{FF2B5EF4-FFF2-40B4-BE49-F238E27FC236}">
                <a16:creationId xmlns:a16="http://schemas.microsoft.com/office/drawing/2014/main" id="{03435116-8EC1-A548-452A-A5744ECD0FD6}"/>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1" name="Text Placeholder 11">
            <a:extLst>
              <a:ext uri="{FF2B5EF4-FFF2-40B4-BE49-F238E27FC236}">
                <a16:creationId xmlns:a16="http://schemas.microsoft.com/office/drawing/2014/main" id="{BE800B03-ECF5-F0B1-7514-4FC09CECE7E4}"/>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p>
            <a:pPr lvl="0"/>
            <a:r>
              <a:rPr lang="en-US"/>
              <a:t>Click to edit Master text styles</a:t>
            </a:r>
          </a:p>
        </p:txBody>
      </p:sp>
    </p:spTree>
    <p:extLst>
      <p:ext uri="{BB962C8B-B14F-4D97-AF65-F5344CB8AC3E}">
        <p14:creationId xmlns:p14="http://schemas.microsoft.com/office/powerpoint/2010/main" val="4114190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Full Photo">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10" name="Title Placeholder 10">
            <a:extLst>
              <a:ext uri="{FF2B5EF4-FFF2-40B4-BE49-F238E27FC236}">
                <a16:creationId xmlns:a16="http://schemas.microsoft.com/office/drawing/2014/main" id="{03435116-8EC1-A548-452A-A5744ECD0FD6}"/>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lvl1pPr>
              <a:defRPr>
                <a:solidFill>
                  <a:schemeClr val="bg1"/>
                </a:solidFill>
              </a:defRPr>
            </a:lvl1pPr>
          </a:lstStyle>
          <a:p>
            <a:r>
              <a:rPr lang="en-US"/>
              <a:t>Click to edit Master title style</a:t>
            </a:r>
            <a:endParaRPr lang="en-US" dirty="0"/>
          </a:p>
        </p:txBody>
      </p:sp>
      <p:sp>
        <p:nvSpPr>
          <p:cNvPr id="11" name="Text Placeholder 11">
            <a:extLst>
              <a:ext uri="{FF2B5EF4-FFF2-40B4-BE49-F238E27FC236}">
                <a16:creationId xmlns:a16="http://schemas.microsoft.com/office/drawing/2014/main" id="{BE800B03-ECF5-F0B1-7514-4FC09CECE7E4}"/>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lvl1pPr>
              <a:defRPr>
                <a:solidFill>
                  <a:schemeClr val="bg1"/>
                </a:solidFill>
              </a:defRPr>
            </a:lvl1pPr>
          </a:lstStyle>
          <a:p>
            <a:pPr lvl="0"/>
            <a:r>
              <a:rPr lang="en-US"/>
              <a:t>Click to edit Master text styles</a:t>
            </a:r>
          </a:p>
        </p:txBody>
      </p:sp>
      <p:pic>
        <p:nvPicPr>
          <p:cNvPr id="3" name="Picture 2">
            <a:extLst>
              <a:ext uri="{FF2B5EF4-FFF2-40B4-BE49-F238E27FC236}">
                <a16:creationId xmlns:a16="http://schemas.microsoft.com/office/drawing/2014/main" id="{CAA14450-E163-A0FB-AE33-14F2CE668DE1}"/>
              </a:ext>
            </a:extLst>
          </p:cNvPr>
          <p:cNvPicPr>
            <a:picLocks noChangeAspect="1"/>
          </p:cNvPicPr>
          <p:nvPr userDrawn="1"/>
        </p:nvPicPr>
        <p:blipFill rotWithShape="1">
          <a:blip r:embed="rId3"/>
          <a:srcRect t="73770"/>
          <a:stretch/>
        </p:blipFill>
        <p:spPr>
          <a:xfrm>
            <a:off x="1" y="5059179"/>
            <a:ext cx="12191999" cy="1798821"/>
          </a:xfrm>
          <a:prstGeom prst="rect">
            <a:avLst/>
          </a:prstGeom>
        </p:spPr>
      </p:pic>
    </p:spTree>
    <p:extLst>
      <p:ext uri="{BB962C8B-B14F-4D97-AF65-F5344CB8AC3E}">
        <p14:creationId xmlns:p14="http://schemas.microsoft.com/office/powerpoint/2010/main" val="2704301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 Pla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Placeholder 10">
            <a:extLst>
              <a:ext uri="{FF2B5EF4-FFF2-40B4-BE49-F238E27FC236}">
                <a16:creationId xmlns:a16="http://schemas.microsoft.com/office/drawing/2014/main" id="{F64BEEBC-AE20-0931-2193-11EF8F682D9B}"/>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5" name="Text Placeholder 11">
            <a:extLst>
              <a:ext uri="{FF2B5EF4-FFF2-40B4-BE49-F238E27FC236}">
                <a16:creationId xmlns:a16="http://schemas.microsoft.com/office/drawing/2014/main" id="{D1BFEEB1-1250-CB23-C303-2290A9F73B30}"/>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lvl1pPr>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3174930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BFBEFA-1B24-BD40-967B-224093822B35}"/>
              </a:ext>
            </a:extLst>
          </p:cNvPr>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128C1E-32D8-CF48-A92C-E6AC112D0D06}"/>
              </a:ext>
            </a:extLst>
          </p:cNvPr>
          <p:cNvSpPr>
            <a:spLocks noGrp="1"/>
          </p:cNvSpPr>
          <p:nvPr>
            <p:ph type="dt" sz="half" idx="10"/>
          </p:nvPr>
        </p:nvSpPr>
        <p:spPr/>
        <p:txBody>
          <a:bodyPr/>
          <a:lstStyle/>
          <a:p>
            <a:fld id="{016554A5-B4DD-7045-B047-B7DA6D1E70A4}" type="datetimeFigureOut">
              <a:rPr lang="en-US" smtClean="0"/>
              <a:t>4/27/26</a:t>
            </a:fld>
            <a:endParaRPr lang="en-US"/>
          </a:p>
        </p:txBody>
      </p:sp>
      <p:sp>
        <p:nvSpPr>
          <p:cNvPr id="6" name="Slide Number Placeholder 5">
            <a:extLst>
              <a:ext uri="{FF2B5EF4-FFF2-40B4-BE49-F238E27FC236}">
                <a16:creationId xmlns:a16="http://schemas.microsoft.com/office/drawing/2014/main" id="{4F2FBA1A-F7CC-514B-BEB5-104BA2E09E1E}"/>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7" name="Title Placeholder 1">
            <a:extLst>
              <a:ext uri="{FF2B5EF4-FFF2-40B4-BE49-F238E27FC236}">
                <a16:creationId xmlns:a16="http://schemas.microsoft.com/office/drawing/2014/main" id="{D1CD0E1A-EFF5-9943-8AA6-521A2B23E647}"/>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705409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768D-628B-BB40-BEE5-32E27182F2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DA323E-BF1A-8C44-9650-0F8A4E12DCC0}"/>
              </a:ext>
            </a:extLst>
          </p:cNvPr>
          <p:cNvSpPr>
            <a:spLocks noGrp="1"/>
          </p:cNvSpPr>
          <p:nvPr>
            <p:ph sz="half" idx="1"/>
          </p:nvPr>
        </p:nvSpPr>
        <p:spPr>
          <a:xfrm>
            <a:off x="379048" y="1215483"/>
            <a:ext cx="5615353" cy="422565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71EEF26-478D-684B-BFF1-D8FD9BE7D5F9}"/>
              </a:ext>
            </a:extLst>
          </p:cNvPr>
          <p:cNvSpPr>
            <a:spLocks noGrp="1"/>
          </p:cNvSpPr>
          <p:nvPr>
            <p:ph sz="half" idx="2"/>
          </p:nvPr>
        </p:nvSpPr>
        <p:spPr>
          <a:xfrm>
            <a:off x="6197600" y="1215483"/>
            <a:ext cx="5613400" cy="422565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5ABF72E-E074-E741-8514-3417AC9D80AB}"/>
              </a:ext>
            </a:extLst>
          </p:cNvPr>
          <p:cNvSpPr>
            <a:spLocks noGrp="1"/>
          </p:cNvSpPr>
          <p:nvPr>
            <p:ph type="dt" sz="half" idx="10"/>
          </p:nvPr>
        </p:nvSpPr>
        <p:spPr/>
        <p:txBody>
          <a:bodyPr/>
          <a:lstStyle/>
          <a:p>
            <a:fld id="{016554A5-B4DD-7045-B047-B7DA6D1E70A4}" type="datetimeFigureOut">
              <a:rPr lang="en-US" smtClean="0"/>
              <a:t>4/27/26</a:t>
            </a:fld>
            <a:endParaRPr lang="en-US"/>
          </a:p>
        </p:txBody>
      </p:sp>
      <p:sp>
        <p:nvSpPr>
          <p:cNvPr id="7" name="Slide Number Placeholder 6">
            <a:extLst>
              <a:ext uri="{FF2B5EF4-FFF2-40B4-BE49-F238E27FC236}">
                <a16:creationId xmlns:a16="http://schemas.microsoft.com/office/drawing/2014/main" id="{CB44C3EF-E136-164D-954C-112EADD99ADD}"/>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19659269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s - Pla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0">
            <a:extLst>
              <a:ext uri="{FF2B5EF4-FFF2-40B4-BE49-F238E27FC236}">
                <a16:creationId xmlns:a16="http://schemas.microsoft.com/office/drawing/2014/main" id="{5FCBB805-91EF-D0F1-B5CA-BCA3290EA431}"/>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dirty="0"/>
              <a:t>Click to edit </a:t>
            </a:r>
            <a:br>
              <a:rPr lang="en-US" dirty="0"/>
            </a:br>
            <a:r>
              <a:rPr lang="en-US" dirty="0"/>
              <a:t>Master title style</a:t>
            </a:r>
          </a:p>
        </p:txBody>
      </p:sp>
    </p:spTree>
    <p:extLst>
      <p:ext uri="{BB962C8B-B14F-4D97-AF65-F5344CB8AC3E}">
        <p14:creationId xmlns:p14="http://schemas.microsoft.com/office/powerpoint/2010/main" val="4281372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s - Kende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0">
            <a:extLst>
              <a:ext uri="{FF2B5EF4-FFF2-40B4-BE49-F238E27FC236}">
                <a16:creationId xmlns:a16="http://schemas.microsoft.com/office/drawing/2014/main" id="{28D4045A-E327-4892-6A89-6CBE5583D417}"/>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dirty="0"/>
              <a:t>Click to edit </a:t>
            </a:r>
            <a:br>
              <a:rPr lang="en-US" dirty="0"/>
            </a:br>
            <a:r>
              <a:rPr lang="en-US" dirty="0"/>
              <a:t>Master title style</a:t>
            </a:r>
          </a:p>
        </p:txBody>
      </p:sp>
    </p:spTree>
    <p:extLst>
      <p:ext uri="{BB962C8B-B14F-4D97-AF65-F5344CB8AC3E}">
        <p14:creationId xmlns:p14="http://schemas.microsoft.com/office/powerpoint/2010/main" val="1366797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s - Tech Tow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0">
            <a:extLst>
              <a:ext uri="{FF2B5EF4-FFF2-40B4-BE49-F238E27FC236}">
                <a16:creationId xmlns:a16="http://schemas.microsoft.com/office/drawing/2014/main" id="{6B75A76D-59A5-A55D-8427-D310560791ED}"/>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dirty="0"/>
              <a:t>Click to edit </a:t>
            </a:r>
            <a:br>
              <a:rPr lang="en-US" dirty="0"/>
            </a:br>
            <a:r>
              <a:rPr lang="en-US" dirty="0"/>
              <a:t>Master title style</a:t>
            </a:r>
          </a:p>
        </p:txBody>
      </p:sp>
    </p:spTree>
    <p:extLst>
      <p:ext uri="{BB962C8B-B14F-4D97-AF65-F5344CB8AC3E}">
        <p14:creationId xmlns:p14="http://schemas.microsoft.com/office/powerpoint/2010/main" val="781624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s - Wre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0">
            <a:extLst>
              <a:ext uri="{FF2B5EF4-FFF2-40B4-BE49-F238E27FC236}">
                <a16:creationId xmlns:a16="http://schemas.microsoft.com/office/drawing/2014/main" id="{E3126A54-2183-1E0F-7A09-1B69C88EFBF2}"/>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dirty="0"/>
              <a:t>Click to edit </a:t>
            </a:r>
            <a:br>
              <a:rPr lang="en-US" dirty="0"/>
            </a:br>
            <a:r>
              <a:rPr lang="en-US" dirty="0"/>
              <a:t>Master title style</a:t>
            </a:r>
          </a:p>
        </p:txBody>
      </p:sp>
    </p:spTree>
    <p:extLst>
      <p:ext uri="{BB962C8B-B14F-4D97-AF65-F5344CB8AC3E}">
        <p14:creationId xmlns:p14="http://schemas.microsoft.com/office/powerpoint/2010/main" val="1680686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BFBEFA-1B24-BD40-967B-224093822B35}"/>
              </a:ext>
            </a:extLst>
          </p:cNvPr>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128C1E-32D8-CF48-A92C-E6AC112D0D06}"/>
              </a:ext>
            </a:extLst>
          </p:cNvPr>
          <p:cNvSpPr>
            <a:spLocks noGrp="1"/>
          </p:cNvSpPr>
          <p:nvPr>
            <p:ph type="dt" sz="half" idx="10"/>
          </p:nvPr>
        </p:nvSpPr>
        <p:spPr/>
        <p:txBody>
          <a:bodyPr/>
          <a:lstStyle/>
          <a:p>
            <a:fld id="{016554A5-B4DD-7045-B047-B7DA6D1E70A4}" type="datetimeFigureOut">
              <a:rPr lang="en-US" smtClean="0"/>
              <a:t>4/27/26</a:t>
            </a:fld>
            <a:endParaRPr lang="en-US"/>
          </a:p>
        </p:txBody>
      </p:sp>
      <p:sp>
        <p:nvSpPr>
          <p:cNvPr id="6" name="Slide Number Placeholder 5">
            <a:extLst>
              <a:ext uri="{FF2B5EF4-FFF2-40B4-BE49-F238E27FC236}">
                <a16:creationId xmlns:a16="http://schemas.microsoft.com/office/drawing/2014/main" id="{4F2FBA1A-F7CC-514B-BEB5-104BA2E09E1E}"/>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7" name="Title Placeholder 1">
            <a:extLst>
              <a:ext uri="{FF2B5EF4-FFF2-40B4-BE49-F238E27FC236}">
                <a16:creationId xmlns:a16="http://schemas.microsoft.com/office/drawing/2014/main" id="{D1CD0E1A-EFF5-9943-8AA6-521A2B23E647}"/>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239083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768D-628B-BB40-BEE5-32E27182F2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DA323E-BF1A-8C44-9650-0F8A4E12DCC0}"/>
              </a:ext>
            </a:extLst>
          </p:cNvPr>
          <p:cNvSpPr>
            <a:spLocks noGrp="1"/>
          </p:cNvSpPr>
          <p:nvPr>
            <p:ph sz="half" idx="1"/>
          </p:nvPr>
        </p:nvSpPr>
        <p:spPr>
          <a:xfrm>
            <a:off x="379048" y="1215483"/>
            <a:ext cx="5615353" cy="422565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71EEF26-478D-684B-BFF1-D8FD9BE7D5F9}"/>
              </a:ext>
            </a:extLst>
          </p:cNvPr>
          <p:cNvSpPr>
            <a:spLocks noGrp="1"/>
          </p:cNvSpPr>
          <p:nvPr>
            <p:ph sz="half" idx="2"/>
          </p:nvPr>
        </p:nvSpPr>
        <p:spPr>
          <a:xfrm>
            <a:off x="6197600" y="1215483"/>
            <a:ext cx="5613400" cy="422565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5ABF72E-E074-E741-8514-3417AC9D80AB}"/>
              </a:ext>
            </a:extLst>
          </p:cNvPr>
          <p:cNvSpPr>
            <a:spLocks noGrp="1"/>
          </p:cNvSpPr>
          <p:nvPr>
            <p:ph type="dt" sz="half" idx="10"/>
          </p:nvPr>
        </p:nvSpPr>
        <p:spPr/>
        <p:txBody>
          <a:bodyPr/>
          <a:lstStyle/>
          <a:p>
            <a:fld id="{016554A5-B4DD-7045-B047-B7DA6D1E70A4}" type="datetimeFigureOut">
              <a:rPr lang="en-US" smtClean="0"/>
              <a:t>4/27/26</a:t>
            </a:fld>
            <a:endParaRPr lang="en-US"/>
          </a:p>
        </p:txBody>
      </p:sp>
      <p:sp>
        <p:nvSpPr>
          <p:cNvPr id="7" name="Slide Number Placeholder 6">
            <a:extLst>
              <a:ext uri="{FF2B5EF4-FFF2-40B4-BE49-F238E27FC236}">
                <a16:creationId xmlns:a16="http://schemas.microsoft.com/office/drawing/2014/main" id="{CB44C3EF-E136-164D-954C-112EADD99ADD}"/>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37402113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BFBEFA-1B24-BD40-967B-224093822B35}"/>
              </a:ext>
            </a:extLst>
          </p:cNvPr>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128C1E-32D8-CF48-A92C-E6AC112D0D06}"/>
              </a:ext>
            </a:extLst>
          </p:cNvPr>
          <p:cNvSpPr>
            <a:spLocks noGrp="1"/>
          </p:cNvSpPr>
          <p:nvPr>
            <p:ph type="dt" sz="half" idx="10"/>
          </p:nvPr>
        </p:nvSpPr>
        <p:spPr/>
        <p:txBody>
          <a:bodyPr/>
          <a:lstStyle/>
          <a:p>
            <a:fld id="{016554A5-B4DD-7045-B047-B7DA6D1E70A4}" type="datetimeFigureOut">
              <a:rPr lang="en-US" smtClean="0"/>
              <a:t>4/27/26</a:t>
            </a:fld>
            <a:endParaRPr lang="en-US"/>
          </a:p>
        </p:txBody>
      </p:sp>
      <p:sp>
        <p:nvSpPr>
          <p:cNvPr id="6" name="Slide Number Placeholder 5">
            <a:extLst>
              <a:ext uri="{FF2B5EF4-FFF2-40B4-BE49-F238E27FC236}">
                <a16:creationId xmlns:a16="http://schemas.microsoft.com/office/drawing/2014/main" id="{4F2FBA1A-F7CC-514B-BEB5-104BA2E09E1E}"/>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7" name="Title Placeholder 1">
            <a:extLst>
              <a:ext uri="{FF2B5EF4-FFF2-40B4-BE49-F238E27FC236}">
                <a16:creationId xmlns:a16="http://schemas.microsoft.com/office/drawing/2014/main" id="{D1CD0E1A-EFF5-9943-8AA6-521A2B23E647}"/>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571505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768D-628B-BB40-BEE5-32E27182F2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DA323E-BF1A-8C44-9650-0F8A4E12DCC0}"/>
              </a:ext>
            </a:extLst>
          </p:cNvPr>
          <p:cNvSpPr>
            <a:spLocks noGrp="1"/>
          </p:cNvSpPr>
          <p:nvPr>
            <p:ph sz="half" idx="1"/>
          </p:nvPr>
        </p:nvSpPr>
        <p:spPr>
          <a:xfrm>
            <a:off x="379048" y="1215483"/>
            <a:ext cx="5615353" cy="422565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71EEF26-478D-684B-BFF1-D8FD9BE7D5F9}"/>
              </a:ext>
            </a:extLst>
          </p:cNvPr>
          <p:cNvSpPr>
            <a:spLocks noGrp="1"/>
          </p:cNvSpPr>
          <p:nvPr>
            <p:ph sz="half" idx="2"/>
          </p:nvPr>
        </p:nvSpPr>
        <p:spPr>
          <a:xfrm>
            <a:off x="6197600" y="1215483"/>
            <a:ext cx="5613400" cy="422565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5ABF72E-E074-E741-8514-3417AC9D80AB}"/>
              </a:ext>
            </a:extLst>
          </p:cNvPr>
          <p:cNvSpPr>
            <a:spLocks noGrp="1"/>
          </p:cNvSpPr>
          <p:nvPr>
            <p:ph type="dt" sz="half" idx="10"/>
          </p:nvPr>
        </p:nvSpPr>
        <p:spPr/>
        <p:txBody>
          <a:bodyPr/>
          <a:lstStyle/>
          <a:p>
            <a:fld id="{016554A5-B4DD-7045-B047-B7DA6D1E70A4}" type="datetimeFigureOut">
              <a:rPr lang="en-US" smtClean="0"/>
              <a:t>4/27/26</a:t>
            </a:fld>
            <a:endParaRPr lang="en-US"/>
          </a:p>
        </p:txBody>
      </p:sp>
      <p:sp>
        <p:nvSpPr>
          <p:cNvPr id="7" name="Slide Number Placeholder 6">
            <a:extLst>
              <a:ext uri="{FF2B5EF4-FFF2-40B4-BE49-F238E27FC236}">
                <a16:creationId xmlns:a16="http://schemas.microsoft.com/office/drawing/2014/main" id="{CB44C3EF-E136-164D-954C-112EADD99ADD}"/>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6612988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310077-12D2-2D4D-8F51-D9CB6B044F9B}"/>
              </a:ext>
            </a:extLst>
          </p:cNvPr>
          <p:cNvSpPr>
            <a:spLocks noGrp="1"/>
          </p:cNvSpPr>
          <p:nvPr>
            <p:ph type="body" idx="1"/>
          </p:nvPr>
        </p:nvSpPr>
        <p:spPr>
          <a:xfrm>
            <a:off x="381001" y="1235113"/>
            <a:ext cx="561763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4E0DF7D1-4D77-4C46-B579-F5861C7459AC}"/>
              </a:ext>
            </a:extLst>
          </p:cNvPr>
          <p:cNvSpPr>
            <a:spLocks noGrp="1"/>
          </p:cNvSpPr>
          <p:nvPr>
            <p:ph sz="half" idx="2"/>
          </p:nvPr>
        </p:nvSpPr>
        <p:spPr>
          <a:xfrm>
            <a:off x="381001" y="2078658"/>
            <a:ext cx="5617633" cy="336247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A19A1FD-16BD-7B41-8D0F-269780D1BBDC}"/>
              </a:ext>
            </a:extLst>
          </p:cNvPr>
          <p:cNvSpPr>
            <a:spLocks noGrp="1"/>
          </p:cNvSpPr>
          <p:nvPr>
            <p:ph type="body" sz="quarter" idx="3"/>
          </p:nvPr>
        </p:nvSpPr>
        <p:spPr>
          <a:xfrm>
            <a:off x="6172200" y="1235113"/>
            <a:ext cx="56388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FBAF2E0-F5E8-3946-89DE-62BFD441B2F1}"/>
              </a:ext>
            </a:extLst>
          </p:cNvPr>
          <p:cNvSpPr>
            <a:spLocks noGrp="1"/>
          </p:cNvSpPr>
          <p:nvPr>
            <p:ph sz="quarter" idx="4"/>
          </p:nvPr>
        </p:nvSpPr>
        <p:spPr>
          <a:xfrm>
            <a:off x="6172200" y="2078658"/>
            <a:ext cx="5638800" cy="336247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DF5BD322-BC93-4244-92C5-7651A7979906}"/>
              </a:ext>
            </a:extLst>
          </p:cNvPr>
          <p:cNvSpPr>
            <a:spLocks noGrp="1"/>
          </p:cNvSpPr>
          <p:nvPr>
            <p:ph type="dt" sz="half" idx="10"/>
          </p:nvPr>
        </p:nvSpPr>
        <p:spPr/>
        <p:txBody>
          <a:bodyPr/>
          <a:lstStyle/>
          <a:p>
            <a:fld id="{016554A5-B4DD-7045-B047-B7DA6D1E70A4}" type="datetimeFigureOut">
              <a:rPr lang="en-US" smtClean="0"/>
              <a:t>4/27/26</a:t>
            </a:fld>
            <a:endParaRPr lang="en-US"/>
          </a:p>
        </p:txBody>
      </p:sp>
      <p:sp>
        <p:nvSpPr>
          <p:cNvPr id="9" name="Slide Number Placeholder 8">
            <a:extLst>
              <a:ext uri="{FF2B5EF4-FFF2-40B4-BE49-F238E27FC236}">
                <a16:creationId xmlns:a16="http://schemas.microsoft.com/office/drawing/2014/main" id="{E03D151B-D611-8446-9323-A31F43088641}"/>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10" name="Title Placeholder 1">
            <a:extLst>
              <a:ext uri="{FF2B5EF4-FFF2-40B4-BE49-F238E27FC236}">
                <a16:creationId xmlns:a16="http://schemas.microsoft.com/office/drawing/2014/main" id="{419FCA3D-219A-9547-A7A7-4EB9BE7DD721}"/>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2046095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allery">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DF5BD322-BC93-4244-92C5-7651A7979906}"/>
              </a:ext>
            </a:extLst>
          </p:cNvPr>
          <p:cNvSpPr>
            <a:spLocks noGrp="1"/>
          </p:cNvSpPr>
          <p:nvPr>
            <p:ph type="dt" sz="half" idx="10"/>
          </p:nvPr>
        </p:nvSpPr>
        <p:spPr/>
        <p:txBody>
          <a:bodyPr/>
          <a:lstStyle/>
          <a:p>
            <a:fld id="{016554A5-B4DD-7045-B047-B7DA6D1E70A4}" type="datetimeFigureOut">
              <a:rPr lang="en-US" smtClean="0"/>
              <a:t>4/27/26</a:t>
            </a:fld>
            <a:endParaRPr lang="en-US"/>
          </a:p>
        </p:txBody>
      </p:sp>
      <p:sp>
        <p:nvSpPr>
          <p:cNvPr id="9" name="Slide Number Placeholder 8">
            <a:extLst>
              <a:ext uri="{FF2B5EF4-FFF2-40B4-BE49-F238E27FC236}">
                <a16:creationId xmlns:a16="http://schemas.microsoft.com/office/drawing/2014/main" id="{E03D151B-D611-8446-9323-A31F43088641}"/>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10" name="Title Placeholder 1">
            <a:extLst>
              <a:ext uri="{FF2B5EF4-FFF2-40B4-BE49-F238E27FC236}">
                <a16:creationId xmlns:a16="http://schemas.microsoft.com/office/drawing/2014/main" id="{419FCA3D-219A-9547-A7A7-4EB9BE7DD721}"/>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dirty="0"/>
              <a:t>Click to edit Master title style</a:t>
            </a:r>
          </a:p>
        </p:txBody>
      </p:sp>
      <p:sp>
        <p:nvSpPr>
          <p:cNvPr id="3" name="Picture Placeholder 2">
            <a:extLst>
              <a:ext uri="{FF2B5EF4-FFF2-40B4-BE49-F238E27FC236}">
                <a16:creationId xmlns:a16="http://schemas.microsoft.com/office/drawing/2014/main" id="{7EB05746-5DE4-07B1-5611-4EEBAF38DE1E}"/>
              </a:ext>
            </a:extLst>
          </p:cNvPr>
          <p:cNvSpPr>
            <a:spLocks noGrp="1"/>
          </p:cNvSpPr>
          <p:nvPr>
            <p:ph type="pic" sz="quarter" idx="13"/>
          </p:nvPr>
        </p:nvSpPr>
        <p:spPr>
          <a:xfrm>
            <a:off x="381000" y="1425402"/>
            <a:ext cx="3074469" cy="2081855"/>
          </a:xfrm>
        </p:spPr>
        <p:txBody>
          <a:bodyPr/>
          <a:lstStyle/>
          <a:p>
            <a:endParaRPr lang="en-US"/>
          </a:p>
        </p:txBody>
      </p:sp>
      <p:sp>
        <p:nvSpPr>
          <p:cNvPr id="4" name="Picture Placeholder 2">
            <a:extLst>
              <a:ext uri="{FF2B5EF4-FFF2-40B4-BE49-F238E27FC236}">
                <a16:creationId xmlns:a16="http://schemas.microsoft.com/office/drawing/2014/main" id="{03F001E6-D6D1-A396-EE07-7790621213EA}"/>
              </a:ext>
            </a:extLst>
          </p:cNvPr>
          <p:cNvSpPr>
            <a:spLocks noGrp="1"/>
          </p:cNvSpPr>
          <p:nvPr>
            <p:ph type="pic" sz="quarter" idx="14"/>
          </p:nvPr>
        </p:nvSpPr>
        <p:spPr>
          <a:xfrm>
            <a:off x="3771394" y="1425402"/>
            <a:ext cx="3074469" cy="2081855"/>
          </a:xfrm>
        </p:spPr>
        <p:txBody>
          <a:bodyPr/>
          <a:lstStyle/>
          <a:p>
            <a:endParaRPr lang="en-US"/>
          </a:p>
        </p:txBody>
      </p:sp>
      <p:sp>
        <p:nvSpPr>
          <p:cNvPr id="5" name="Picture Placeholder 2">
            <a:extLst>
              <a:ext uri="{FF2B5EF4-FFF2-40B4-BE49-F238E27FC236}">
                <a16:creationId xmlns:a16="http://schemas.microsoft.com/office/drawing/2014/main" id="{02BD7855-1EA6-1102-5122-4BF617ED2DCB}"/>
              </a:ext>
            </a:extLst>
          </p:cNvPr>
          <p:cNvSpPr>
            <a:spLocks noGrp="1"/>
          </p:cNvSpPr>
          <p:nvPr>
            <p:ph type="pic" sz="quarter" idx="15"/>
          </p:nvPr>
        </p:nvSpPr>
        <p:spPr>
          <a:xfrm>
            <a:off x="7178140" y="1425402"/>
            <a:ext cx="3074469" cy="2081855"/>
          </a:xfrm>
        </p:spPr>
        <p:txBody>
          <a:bodyPr/>
          <a:lstStyle/>
          <a:p>
            <a:endParaRPr lang="en-US"/>
          </a:p>
        </p:txBody>
      </p:sp>
      <p:sp>
        <p:nvSpPr>
          <p:cNvPr id="6" name="Picture Placeholder 2">
            <a:extLst>
              <a:ext uri="{FF2B5EF4-FFF2-40B4-BE49-F238E27FC236}">
                <a16:creationId xmlns:a16="http://schemas.microsoft.com/office/drawing/2014/main" id="{93DB0072-B1E4-2B67-CD64-AFD0CADC50A0}"/>
              </a:ext>
            </a:extLst>
          </p:cNvPr>
          <p:cNvSpPr>
            <a:spLocks noGrp="1"/>
          </p:cNvSpPr>
          <p:nvPr>
            <p:ph type="pic" sz="quarter" idx="16"/>
          </p:nvPr>
        </p:nvSpPr>
        <p:spPr>
          <a:xfrm>
            <a:off x="381000" y="3772092"/>
            <a:ext cx="3074469" cy="2081855"/>
          </a:xfrm>
        </p:spPr>
        <p:txBody>
          <a:bodyPr/>
          <a:lstStyle/>
          <a:p>
            <a:endParaRPr lang="en-US"/>
          </a:p>
        </p:txBody>
      </p:sp>
      <p:sp>
        <p:nvSpPr>
          <p:cNvPr id="16" name="Picture Placeholder 2">
            <a:extLst>
              <a:ext uri="{FF2B5EF4-FFF2-40B4-BE49-F238E27FC236}">
                <a16:creationId xmlns:a16="http://schemas.microsoft.com/office/drawing/2014/main" id="{F12EFAB6-9D79-46A4-1400-FA689BD1831A}"/>
              </a:ext>
            </a:extLst>
          </p:cNvPr>
          <p:cNvSpPr>
            <a:spLocks noGrp="1"/>
          </p:cNvSpPr>
          <p:nvPr>
            <p:ph type="pic" sz="quarter" idx="17"/>
          </p:nvPr>
        </p:nvSpPr>
        <p:spPr>
          <a:xfrm>
            <a:off x="3771394" y="3772092"/>
            <a:ext cx="3074469" cy="2081855"/>
          </a:xfrm>
        </p:spPr>
        <p:txBody>
          <a:bodyPr/>
          <a:lstStyle/>
          <a:p>
            <a:endParaRPr lang="en-US"/>
          </a:p>
        </p:txBody>
      </p:sp>
      <p:sp>
        <p:nvSpPr>
          <p:cNvPr id="17" name="Picture Placeholder 2">
            <a:extLst>
              <a:ext uri="{FF2B5EF4-FFF2-40B4-BE49-F238E27FC236}">
                <a16:creationId xmlns:a16="http://schemas.microsoft.com/office/drawing/2014/main" id="{F8E2A34E-676C-226E-E8A6-42635E9CC189}"/>
              </a:ext>
            </a:extLst>
          </p:cNvPr>
          <p:cNvSpPr>
            <a:spLocks noGrp="1"/>
          </p:cNvSpPr>
          <p:nvPr>
            <p:ph type="pic" sz="quarter" idx="18"/>
          </p:nvPr>
        </p:nvSpPr>
        <p:spPr>
          <a:xfrm>
            <a:off x="7178140" y="3772092"/>
            <a:ext cx="3074469" cy="2081855"/>
          </a:xfrm>
        </p:spPr>
        <p:txBody>
          <a:bodyPr/>
          <a:lstStyle/>
          <a:p>
            <a:endParaRPr lang="en-US"/>
          </a:p>
        </p:txBody>
      </p:sp>
    </p:spTree>
    <p:extLst>
      <p:ext uri="{BB962C8B-B14F-4D97-AF65-F5344CB8AC3E}">
        <p14:creationId xmlns:p14="http://schemas.microsoft.com/office/powerpoint/2010/main" val="21826415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7AE419-AE08-F348-87A6-E9445B339E62}"/>
              </a:ext>
            </a:extLst>
          </p:cNvPr>
          <p:cNvSpPr>
            <a:spLocks noGrp="1"/>
          </p:cNvSpPr>
          <p:nvPr>
            <p:ph type="dt" sz="half" idx="10"/>
          </p:nvPr>
        </p:nvSpPr>
        <p:spPr/>
        <p:txBody>
          <a:bodyPr/>
          <a:lstStyle/>
          <a:p>
            <a:fld id="{016554A5-B4DD-7045-B047-B7DA6D1E70A4}" type="datetimeFigureOut">
              <a:rPr lang="en-US" smtClean="0"/>
              <a:t>4/27/26</a:t>
            </a:fld>
            <a:endParaRPr lang="en-US"/>
          </a:p>
        </p:txBody>
      </p:sp>
      <p:sp>
        <p:nvSpPr>
          <p:cNvPr id="4" name="Slide Number Placeholder 3">
            <a:extLst>
              <a:ext uri="{FF2B5EF4-FFF2-40B4-BE49-F238E27FC236}">
                <a16:creationId xmlns:a16="http://schemas.microsoft.com/office/drawing/2014/main" id="{6D30AFCF-7504-9244-8529-F384A6BDB3AB}"/>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23905014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EC417-39B3-8947-8902-0153B5002093}"/>
              </a:ext>
            </a:extLst>
          </p:cNvPr>
          <p:cNvSpPr>
            <a:spLocks noGrp="1"/>
          </p:cNvSpPr>
          <p:nvPr>
            <p:ph type="title"/>
          </p:nvPr>
        </p:nvSpPr>
        <p:spPr>
          <a:xfrm>
            <a:off x="381001" y="457200"/>
            <a:ext cx="393276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0790FAD0-D969-274E-8AC0-FC5A894FB3FE}"/>
              </a:ext>
            </a:extLst>
          </p:cNvPr>
          <p:cNvSpPr>
            <a:spLocks noGrp="1"/>
          </p:cNvSpPr>
          <p:nvPr>
            <p:ph idx="1"/>
          </p:nvPr>
        </p:nvSpPr>
        <p:spPr>
          <a:xfrm>
            <a:off x="4642338" y="457201"/>
            <a:ext cx="7168663"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705FBC2C-9388-6049-AEF3-C1606676A7E6}"/>
              </a:ext>
            </a:extLst>
          </p:cNvPr>
          <p:cNvSpPr>
            <a:spLocks noGrp="1"/>
          </p:cNvSpPr>
          <p:nvPr>
            <p:ph type="body" sz="half" idx="2"/>
          </p:nvPr>
        </p:nvSpPr>
        <p:spPr>
          <a:xfrm>
            <a:off x="381001" y="2274849"/>
            <a:ext cx="3932767" cy="359413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a:extLst>
              <a:ext uri="{FF2B5EF4-FFF2-40B4-BE49-F238E27FC236}">
                <a16:creationId xmlns:a16="http://schemas.microsoft.com/office/drawing/2014/main" id="{0AEA470E-5CA9-A545-B98E-1EFAA05E8BF1}"/>
              </a:ext>
            </a:extLst>
          </p:cNvPr>
          <p:cNvSpPr>
            <a:spLocks noGrp="1"/>
          </p:cNvSpPr>
          <p:nvPr>
            <p:ph type="dt" sz="half" idx="10"/>
          </p:nvPr>
        </p:nvSpPr>
        <p:spPr/>
        <p:txBody>
          <a:bodyPr/>
          <a:lstStyle/>
          <a:p>
            <a:fld id="{016554A5-B4DD-7045-B047-B7DA6D1E70A4}" type="datetimeFigureOut">
              <a:rPr lang="en-US" smtClean="0"/>
              <a:t>4/27/26</a:t>
            </a:fld>
            <a:endParaRPr lang="en-US"/>
          </a:p>
        </p:txBody>
      </p:sp>
      <p:sp>
        <p:nvSpPr>
          <p:cNvPr id="7" name="Slide Number Placeholder 6">
            <a:extLst>
              <a:ext uri="{FF2B5EF4-FFF2-40B4-BE49-F238E27FC236}">
                <a16:creationId xmlns:a16="http://schemas.microsoft.com/office/drawing/2014/main" id="{68F5A757-8D62-3444-9BDB-1CB584B73545}"/>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40034916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8E57A-36CB-814D-B1A5-9012A244B555}"/>
              </a:ext>
            </a:extLst>
          </p:cNvPr>
          <p:cNvSpPr>
            <a:spLocks noGrp="1"/>
          </p:cNvSpPr>
          <p:nvPr>
            <p:ph type="title"/>
          </p:nvPr>
        </p:nvSpPr>
        <p:spPr>
          <a:xfrm>
            <a:off x="381001" y="457200"/>
            <a:ext cx="393276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5D3259A3-587A-6D4A-AEF8-E4225996F750}"/>
              </a:ext>
            </a:extLst>
          </p:cNvPr>
          <p:cNvSpPr>
            <a:spLocks noGrp="1"/>
          </p:cNvSpPr>
          <p:nvPr>
            <p:ph type="pic" idx="1"/>
          </p:nvPr>
        </p:nvSpPr>
        <p:spPr>
          <a:xfrm>
            <a:off x="4614203" y="457201"/>
            <a:ext cx="7196798" cy="498393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34AC1918-55BE-A644-8FDC-9E18F9A994B4}"/>
              </a:ext>
            </a:extLst>
          </p:cNvPr>
          <p:cNvSpPr>
            <a:spLocks noGrp="1"/>
          </p:cNvSpPr>
          <p:nvPr>
            <p:ph type="body" sz="half" idx="2"/>
          </p:nvPr>
        </p:nvSpPr>
        <p:spPr>
          <a:xfrm>
            <a:off x="381001" y="2274850"/>
            <a:ext cx="3932767" cy="31662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a:extLst>
              <a:ext uri="{FF2B5EF4-FFF2-40B4-BE49-F238E27FC236}">
                <a16:creationId xmlns:a16="http://schemas.microsoft.com/office/drawing/2014/main" id="{9B9DD8F2-DDA7-354F-9FEA-A07E773A64F1}"/>
              </a:ext>
            </a:extLst>
          </p:cNvPr>
          <p:cNvSpPr>
            <a:spLocks noGrp="1"/>
          </p:cNvSpPr>
          <p:nvPr>
            <p:ph type="dt" sz="half" idx="10"/>
          </p:nvPr>
        </p:nvSpPr>
        <p:spPr/>
        <p:txBody>
          <a:bodyPr/>
          <a:lstStyle/>
          <a:p>
            <a:fld id="{016554A5-B4DD-7045-B047-B7DA6D1E70A4}" type="datetimeFigureOut">
              <a:rPr lang="en-US" smtClean="0"/>
              <a:t>4/27/26</a:t>
            </a:fld>
            <a:endParaRPr lang="en-US"/>
          </a:p>
        </p:txBody>
      </p:sp>
      <p:sp>
        <p:nvSpPr>
          <p:cNvPr id="7" name="Slide Number Placeholder 6">
            <a:extLst>
              <a:ext uri="{FF2B5EF4-FFF2-40B4-BE49-F238E27FC236}">
                <a16:creationId xmlns:a16="http://schemas.microsoft.com/office/drawing/2014/main" id="{4B3F2438-4A98-5A4C-9057-FC3F0CBCD520}"/>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10774504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7AD69-3205-BCCD-4E2D-E72B1D3B18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E0D675-7591-9D83-10A1-2FEED657724E}"/>
              </a:ext>
            </a:extLst>
          </p:cNvPr>
          <p:cNvSpPr>
            <a:spLocks noGrp="1"/>
          </p:cNvSpPr>
          <p:nvPr>
            <p:ph type="dt" sz="half" idx="10"/>
          </p:nvPr>
        </p:nvSpPr>
        <p:spPr/>
        <p:txBody>
          <a:bodyPr/>
          <a:lstStyle/>
          <a:p>
            <a:fld id="{016554A5-B4DD-7045-B047-B7DA6D1E70A4}" type="datetimeFigureOut">
              <a:rPr lang="en-US" smtClean="0"/>
              <a:pPr/>
              <a:t>4/27/26</a:t>
            </a:fld>
            <a:endParaRPr lang="en-US" dirty="0"/>
          </a:p>
        </p:txBody>
      </p:sp>
      <p:sp>
        <p:nvSpPr>
          <p:cNvPr id="4" name="Slide Number Placeholder 3">
            <a:extLst>
              <a:ext uri="{FF2B5EF4-FFF2-40B4-BE49-F238E27FC236}">
                <a16:creationId xmlns:a16="http://schemas.microsoft.com/office/drawing/2014/main" id="{56C7773C-2F41-C6E1-AAB5-9601AB572047}"/>
              </a:ext>
            </a:extLst>
          </p:cNvPr>
          <p:cNvSpPr>
            <a:spLocks noGrp="1"/>
          </p:cNvSpPr>
          <p:nvPr>
            <p:ph type="sldNum" sz="quarter" idx="11"/>
          </p:nvPr>
        </p:nvSpPr>
        <p:spPr/>
        <p:txBody>
          <a:bodyPr/>
          <a:lstStyle/>
          <a:p>
            <a:fld id="{AE678206-0642-9F48-9727-6B519CB285FA}" type="slidenum">
              <a:rPr lang="en-US" smtClean="0"/>
              <a:pPr/>
              <a:t>‹#›</a:t>
            </a:fld>
            <a:endParaRPr lang="en-US" dirty="0"/>
          </a:p>
        </p:txBody>
      </p:sp>
      <p:sp>
        <p:nvSpPr>
          <p:cNvPr id="6" name="Chart Placeholder 5">
            <a:extLst>
              <a:ext uri="{FF2B5EF4-FFF2-40B4-BE49-F238E27FC236}">
                <a16:creationId xmlns:a16="http://schemas.microsoft.com/office/drawing/2014/main" id="{A169B0B5-D05E-C4AE-458A-3F4627989B43}"/>
              </a:ext>
            </a:extLst>
          </p:cNvPr>
          <p:cNvSpPr>
            <a:spLocks noGrp="1"/>
          </p:cNvSpPr>
          <p:nvPr>
            <p:ph type="chart" sz="quarter" idx="12"/>
          </p:nvPr>
        </p:nvSpPr>
        <p:spPr>
          <a:xfrm>
            <a:off x="381000" y="1435100"/>
            <a:ext cx="7510463" cy="4572000"/>
          </a:xfrm>
        </p:spPr>
        <p:txBody>
          <a:bodyPr/>
          <a:lstStyle/>
          <a:p>
            <a:endParaRPr lang="en-US"/>
          </a:p>
        </p:txBody>
      </p:sp>
      <p:sp>
        <p:nvSpPr>
          <p:cNvPr id="8" name="Text Placeholder 7">
            <a:extLst>
              <a:ext uri="{FF2B5EF4-FFF2-40B4-BE49-F238E27FC236}">
                <a16:creationId xmlns:a16="http://schemas.microsoft.com/office/drawing/2014/main" id="{3AA2623B-F27F-1862-1049-4ADBDCD7601C}"/>
              </a:ext>
            </a:extLst>
          </p:cNvPr>
          <p:cNvSpPr>
            <a:spLocks noGrp="1"/>
          </p:cNvSpPr>
          <p:nvPr>
            <p:ph type="body" sz="quarter" idx="13"/>
          </p:nvPr>
        </p:nvSpPr>
        <p:spPr>
          <a:xfrm>
            <a:off x="8116888" y="1435100"/>
            <a:ext cx="3694112" cy="3417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23373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10" name="Title Placeholder 10">
            <a:extLst>
              <a:ext uri="{FF2B5EF4-FFF2-40B4-BE49-F238E27FC236}">
                <a16:creationId xmlns:a16="http://schemas.microsoft.com/office/drawing/2014/main" id="{03435116-8EC1-A548-452A-A5744ECD0FD6}"/>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1" name="Text Placeholder 11">
            <a:extLst>
              <a:ext uri="{FF2B5EF4-FFF2-40B4-BE49-F238E27FC236}">
                <a16:creationId xmlns:a16="http://schemas.microsoft.com/office/drawing/2014/main" id="{BE800B03-ECF5-F0B1-7514-4FC09CECE7E4}"/>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p>
            <a:pPr lvl="0"/>
            <a:r>
              <a:rPr lang="en-US"/>
              <a:t>Click to edit Master text styles</a:t>
            </a:r>
          </a:p>
        </p:txBody>
      </p:sp>
    </p:spTree>
    <p:extLst>
      <p:ext uri="{BB962C8B-B14F-4D97-AF65-F5344CB8AC3E}">
        <p14:creationId xmlns:p14="http://schemas.microsoft.com/office/powerpoint/2010/main" val="35395424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 Pla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Placeholder 10">
            <a:extLst>
              <a:ext uri="{FF2B5EF4-FFF2-40B4-BE49-F238E27FC236}">
                <a16:creationId xmlns:a16="http://schemas.microsoft.com/office/drawing/2014/main" id="{F64BEEBC-AE20-0931-2193-11EF8F682D9B}"/>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5" name="Text Placeholder 11">
            <a:extLst>
              <a:ext uri="{FF2B5EF4-FFF2-40B4-BE49-F238E27FC236}">
                <a16:creationId xmlns:a16="http://schemas.microsoft.com/office/drawing/2014/main" id="{D1BFEEB1-1250-CB23-C303-2290A9F73B30}"/>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lvl1pPr>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24134362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8.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3.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1C16630-5558-9114-4463-47E138DB6255}"/>
              </a:ext>
            </a:extLst>
          </p:cNvPr>
          <p:cNvSpPr txBox="1">
            <a:spLocks/>
          </p:cNvSpPr>
          <p:nvPr userDrawn="1"/>
        </p:nvSpPr>
        <p:spPr>
          <a:xfrm>
            <a:off x="2447108" y="1680753"/>
            <a:ext cx="8682445" cy="2760617"/>
          </a:xfrm>
          <a:prstGeom prst="rect">
            <a:avLst/>
          </a:prstGeom>
        </p:spPr>
        <p:txBody>
          <a:bodyPr anchor="ctr" anchorCtr="0">
            <a:normAutofit/>
          </a:bodyPr>
          <a:lstStyle>
            <a:lvl1pPr algn="l" defTabSz="342900" rtl="0" eaLnBrk="1" latinLnBrk="0" hangingPunct="1">
              <a:lnSpc>
                <a:spcPct val="100000"/>
              </a:lnSpc>
              <a:spcBef>
                <a:spcPct val="0"/>
              </a:spcBef>
              <a:buNone/>
              <a:defRPr sz="6000" b="1" i="0" kern="1200" cap="none" spc="0" baseline="0">
                <a:solidFill>
                  <a:srgbClr val="003057"/>
                </a:solidFill>
                <a:latin typeface="Roboto" panose="02000000000000000000" pitchFamily="2" charset="0"/>
                <a:ea typeface="Roboto" panose="02000000000000000000" pitchFamily="2" charset="0"/>
                <a:cs typeface="Roboto" panose="02000000000000000000" pitchFamily="2" charset="0"/>
              </a:defRPr>
            </a:lvl1pPr>
          </a:lstStyle>
          <a:p>
            <a:endParaRPr lang="en-US" dirty="0"/>
          </a:p>
        </p:txBody>
      </p:sp>
      <p:sp>
        <p:nvSpPr>
          <p:cNvPr id="11" name="Title Placeholder 10">
            <a:extLst>
              <a:ext uri="{FF2B5EF4-FFF2-40B4-BE49-F238E27FC236}">
                <a16:creationId xmlns:a16="http://schemas.microsoft.com/office/drawing/2014/main" id="{3552819F-CE1E-70EB-07B5-3B61D2578A1C}"/>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dirty="0"/>
              <a:t>Click to edit </a:t>
            </a:r>
            <a:br>
              <a:rPr lang="en-US" dirty="0"/>
            </a:br>
            <a:r>
              <a:rPr lang="en-US" dirty="0"/>
              <a:t>Master title style</a:t>
            </a:r>
          </a:p>
        </p:txBody>
      </p:sp>
      <p:sp>
        <p:nvSpPr>
          <p:cNvPr id="12" name="Text Placeholder 11">
            <a:extLst>
              <a:ext uri="{FF2B5EF4-FFF2-40B4-BE49-F238E27FC236}">
                <a16:creationId xmlns:a16="http://schemas.microsoft.com/office/drawing/2014/main" id="{CBD913C0-CC86-E0C0-B503-69104064ECF7}"/>
              </a:ext>
            </a:extLst>
          </p:cNvPr>
          <p:cNvSpPr>
            <a:spLocks noGrp="1"/>
          </p:cNvSpPr>
          <p:nvPr>
            <p:ph type="body" idx="1"/>
          </p:nvPr>
        </p:nvSpPr>
        <p:spPr>
          <a:xfrm>
            <a:off x="2447108" y="4441370"/>
            <a:ext cx="8906692" cy="625930"/>
          </a:xfrm>
          <a:prstGeom prst="rect">
            <a:avLst/>
          </a:prstGeom>
        </p:spPr>
        <p:txBody>
          <a:bodyPr vert="horz" lIns="91440" tIns="45720" rIns="91440" bIns="45720" rtlCol="0">
            <a:normAutofit/>
          </a:bodyPr>
          <a:lstStyle/>
          <a:p>
            <a:r>
              <a:rPr lang="en-US" dirty="0"/>
              <a:t>Click to edit Master subtitle style</a:t>
            </a:r>
          </a:p>
        </p:txBody>
      </p:sp>
    </p:spTree>
    <p:extLst>
      <p:ext uri="{BB962C8B-B14F-4D97-AF65-F5344CB8AC3E}">
        <p14:creationId xmlns:p14="http://schemas.microsoft.com/office/powerpoint/2010/main" val="2336126548"/>
      </p:ext>
    </p:extLst>
  </p:cSld>
  <p:clrMap bg1="lt1" tx1="dk1" bg2="lt2" tx2="dk2" accent1="accent1" accent2="accent2" accent3="accent3" accent4="accent4" accent5="accent5" accent6="accent6" hlink="hlink" folHlink="folHlink"/>
  <p:sldLayoutIdLst>
    <p:sldLayoutId id="2147483696" r:id="rId1"/>
    <p:sldLayoutId id="2147483707" r:id="rId2"/>
    <p:sldLayoutId id="2147483703" r:id="rId3"/>
    <p:sldLayoutId id="2147483710" r:id="rId4"/>
    <p:sldLayoutId id="2147483711" r:id="rId5"/>
  </p:sldLayoutIdLst>
  <p:txStyles>
    <p:titleStyle>
      <a:lvl1pPr algn="l" defTabSz="342900" rtl="0" eaLnBrk="1" latinLnBrk="0" hangingPunct="1">
        <a:spcBef>
          <a:spcPct val="0"/>
        </a:spcBef>
        <a:buNone/>
        <a:defRPr sz="6000" b="1" i="0" kern="1200">
          <a:solidFill>
            <a:schemeClr val="tx1"/>
          </a:solidFill>
          <a:latin typeface="Roboto" panose="02000000000000000000" pitchFamily="2" charset="0"/>
          <a:ea typeface="Roboto" panose="02000000000000000000" pitchFamily="2" charset="0"/>
          <a:cs typeface="Roboto" panose="02000000000000000000" pitchFamily="2" charset="0"/>
        </a:defRPr>
      </a:lvl1pPr>
    </p:titleStyle>
    <p:bodyStyle>
      <a:lvl1pPr marL="0" indent="0" algn="l" defTabSz="342900" rtl="0" eaLnBrk="1" latinLnBrk="0" hangingPunct="1">
        <a:spcBef>
          <a:spcPct val="20000"/>
        </a:spcBef>
        <a:buFont typeface="Arial"/>
        <a:buNone/>
        <a:defRPr sz="1800" kern="1200">
          <a:solidFill>
            <a:srgbClr val="B3A369"/>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555A20D-930F-A185-C845-C95F4365004A}"/>
              </a:ext>
            </a:extLst>
          </p:cNvPr>
          <p:cNvSpPr txBox="1">
            <a:spLocks/>
          </p:cNvSpPr>
          <p:nvPr userDrawn="1"/>
        </p:nvSpPr>
        <p:spPr>
          <a:xfrm>
            <a:off x="1746069" y="2137954"/>
            <a:ext cx="8699862" cy="2582091"/>
          </a:xfrm>
          <a:prstGeom prst="rect">
            <a:avLst/>
          </a:prstGeom>
        </p:spPr>
        <p:txBody>
          <a:bodyPr anchor="ctr" anchorCtr="0">
            <a:normAutofit/>
          </a:bodyPr>
          <a:lstStyle>
            <a:lvl1pPr algn="ctr" defTabSz="342900" rtl="0" eaLnBrk="1" latinLnBrk="0" hangingPunct="1">
              <a:lnSpc>
                <a:spcPct val="100000"/>
              </a:lnSpc>
              <a:spcBef>
                <a:spcPct val="0"/>
              </a:spcBef>
              <a:buNone/>
              <a:defRPr sz="6000" b="1" i="0" kern="1200" cap="none" spc="0" baseline="0">
                <a:solidFill>
                  <a:srgbClr val="003057"/>
                </a:solidFill>
                <a:latin typeface="Roboto" panose="02000000000000000000" pitchFamily="2" charset="0"/>
                <a:ea typeface="Roboto" panose="02000000000000000000" pitchFamily="2" charset="0"/>
                <a:cs typeface="Roboto" panose="02000000000000000000" pitchFamily="2" charset="0"/>
              </a:defRPr>
            </a:lvl1pPr>
          </a:lstStyle>
          <a:p>
            <a:endParaRPr lang="en-US" dirty="0"/>
          </a:p>
        </p:txBody>
      </p:sp>
      <p:sp>
        <p:nvSpPr>
          <p:cNvPr id="4" name="Title Placeholder 10">
            <a:extLst>
              <a:ext uri="{FF2B5EF4-FFF2-40B4-BE49-F238E27FC236}">
                <a16:creationId xmlns:a16="http://schemas.microsoft.com/office/drawing/2014/main" id="{C83A85DD-FCD4-4A59-0F3C-B8F9FA03085F}"/>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dirty="0"/>
              <a:t>Click to edit </a:t>
            </a:r>
            <a:br>
              <a:rPr lang="en-US" dirty="0"/>
            </a:br>
            <a:r>
              <a:rPr lang="en-US" dirty="0"/>
              <a:t>Master title style</a:t>
            </a:r>
          </a:p>
        </p:txBody>
      </p:sp>
    </p:spTree>
    <p:extLst>
      <p:ext uri="{BB962C8B-B14F-4D97-AF65-F5344CB8AC3E}">
        <p14:creationId xmlns:p14="http://schemas.microsoft.com/office/powerpoint/2010/main" val="4265836520"/>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8" r:id="rId5"/>
    <p:sldLayoutId id="2147483709" r:id="rId6"/>
  </p:sldLayoutIdLst>
  <p:txStyles>
    <p:titleStyle>
      <a:lvl1pPr algn="ctr" defTabSz="342900" rtl="0" eaLnBrk="1" latinLnBrk="0" hangingPunct="1">
        <a:spcBef>
          <a:spcPct val="0"/>
        </a:spcBef>
        <a:buNone/>
        <a:defRPr sz="6000" b="1" i="0" kern="1200">
          <a:solidFill>
            <a:schemeClr val="tx1"/>
          </a:solidFill>
          <a:latin typeface="Roboto" panose="02000000000000000000" pitchFamily="2" charset="0"/>
          <a:ea typeface="Roboto" panose="02000000000000000000" pitchFamily="2" charset="0"/>
          <a:cs typeface="Roboto" panose="02000000000000000000" pitchFamily="2" charset="0"/>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6794E2-0939-7444-A82A-8BD5C7FA1DDC}"/>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616A5F8-57A3-204B-9489-10B6EA097328}"/>
              </a:ext>
            </a:extLst>
          </p:cNvPr>
          <p:cNvSpPr>
            <a:spLocks noGrp="1"/>
          </p:cNvSpPr>
          <p:nvPr>
            <p:ph type="body" idx="1"/>
          </p:nvPr>
        </p:nvSpPr>
        <p:spPr>
          <a:xfrm>
            <a:off x="381000" y="1215485"/>
            <a:ext cx="11429999" cy="422565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2B2C088-FD5F-6E47-B5E9-B42B8CA51A39}"/>
              </a:ext>
            </a:extLst>
          </p:cNvPr>
          <p:cNvSpPr>
            <a:spLocks noGrp="1"/>
          </p:cNvSpPr>
          <p:nvPr>
            <p:ph type="dt" sz="half" idx="2"/>
          </p:nvPr>
        </p:nvSpPr>
        <p:spPr>
          <a:xfrm>
            <a:off x="1408329" y="6182540"/>
            <a:ext cx="1546654" cy="365125"/>
          </a:xfrm>
          <a:prstGeom prst="rect">
            <a:avLst/>
          </a:prstGeom>
        </p:spPr>
        <p:txBody>
          <a:bodyPr vert="horz" lIns="91440" tIns="45720" rIns="91440" bIns="45720" rtlCol="0" anchor="ctr"/>
          <a:lstStyle>
            <a:lvl1pPr algn="l">
              <a:defRPr sz="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1pPr>
          </a:lstStyle>
          <a:p>
            <a:fld id="{016554A5-B4DD-7045-B047-B7DA6D1E70A4}" type="datetimeFigureOut">
              <a:rPr lang="en-US" smtClean="0"/>
              <a:pPr/>
              <a:t>4/27/26</a:t>
            </a:fld>
            <a:endParaRPr lang="en-US" dirty="0"/>
          </a:p>
        </p:txBody>
      </p:sp>
      <p:sp>
        <p:nvSpPr>
          <p:cNvPr id="6" name="Slide Number Placeholder 5">
            <a:extLst>
              <a:ext uri="{FF2B5EF4-FFF2-40B4-BE49-F238E27FC236}">
                <a16:creationId xmlns:a16="http://schemas.microsoft.com/office/drawing/2014/main" id="{AA9F842A-A21A-C542-88CC-30F0DD78DA6E}"/>
              </a:ext>
            </a:extLst>
          </p:cNvPr>
          <p:cNvSpPr>
            <a:spLocks noGrp="1"/>
          </p:cNvSpPr>
          <p:nvPr>
            <p:ph type="sldNum" sz="quarter" idx="4"/>
          </p:nvPr>
        </p:nvSpPr>
        <p:spPr>
          <a:xfrm>
            <a:off x="381000" y="6182540"/>
            <a:ext cx="916577" cy="365125"/>
          </a:xfrm>
          <a:prstGeom prst="rect">
            <a:avLst/>
          </a:prstGeom>
        </p:spPr>
        <p:txBody>
          <a:bodyPr vert="horz" lIns="91440" tIns="45720" rIns="91440" bIns="45720" rtlCol="0" anchor="ctr"/>
          <a:lstStyle>
            <a:lvl1pPr algn="l">
              <a:defRPr sz="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1pPr>
          </a:lstStyle>
          <a:p>
            <a:fld id="{AE678206-0642-9F48-9727-6B519CB285FA}" type="slidenum">
              <a:rPr lang="en-US" smtClean="0"/>
              <a:pPr/>
              <a:t>‹#›</a:t>
            </a:fld>
            <a:endParaRPr lang="en-US" dirty="0"/>
          </a:p>
        </p:txBody>
      </p:sp>
    </p:spTree>
    <p:extLst>
      <p:ext uri="{BB962C8B-B14F-4D97-AF65-F5344CB8AC3E}">
        <p14:creationId xmlns:p14="http://schemas.microsoft.com/office/powerpoint/2010/main" val="2871032842"/>
      </p:ext>
    </p:extLst>
  </p:cSld>
  <p:clrMap bg1="lt1" tx1="dk1" bg2="lt2" tx2="dk2" accent1="accent1" accent2="accent2" accent3="accent3" accent4="accent4" accent5="accent5" accent6="accent6" hlink="hlink" folHlink="folHlink"/>
  <p:sldLayoutIdLst>
    <p:sldLayoutId id="2147483685" r:id="rId1"/>
    <p:sldLayoutId id="2147483687" r:id="rId2"/>
    <p:sldLayoutId id="2147483688" r:id="rId3"/>
    <p:sldLayoutId id="2147483693" r:id="rId4"/>
    <p:sldLayoutId id="2147483690" r:id="rId5"/>
    <p:sldLayoutId id="2147483691" r:id="rId6"/>
    <p:sldLayoutId id="2147483692" r:id="rId7"/>
    <p:sldLayoutId id="2147483694" r:id="rId8"/>
    <p:sldLayoutId id="2147483712" r:id="rId9"/>
    <p:sldLayoutId id="2147483713" r:id="rId10"/>
  </p:sldLayoutIdLst>
  <p:txStyles>
    <p:titleStyle>
      <a:lvl1pPr algn="l" defTabSz="914400" rtl="0" eaLnBrk="1" latinLnBrk="0" hangingPunct="1">
        <a:lnSpc>
          <a:spcPct val="90000"/>
        </a:lnSpc>
        <a:spcBef>
          <a:spcPct val="0"/>
        </a:spcBef>
        <a:buNone/>
        <a:defRPr sz="3600" b="1" i="0" kern="1200" baseline="0">
          <a:solidFill>
            <a:srgbClr val="A7934B"/>
          </a:solidFill>
          <a:latin typeface="Roboto" panose="02000000000000000000" pitchFamily="2" charset="0"/>
          <a:ea typeface="Roboto" panose="02000000000000000000" pitchFamily="2" charset="0"/>
          <a:cs typeface="Roboto"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kern="1200">
          <a:solidFill>
            <a:srgbClr val="003057"/>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kern="1200">
          <a:solidFill>
            <a:srgbClr val="003057"/>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kern="1200">
          <a:solidFill>
            <a:srgbClr val="003057"/>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b="0" kern="1200">
          <a:solidFill>
            <a:srgbClr val="003057"/>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b="0" kern="1200">
          <a:solidFill>
            <a:srgbClr val="003057"/>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hyperlink" Target="https://dl.acm.org/doi/full/10.1145/3708035.3736020" TargetMode="External"/><Relationship Id="rId2" Type="http://schemas.openxmlformats.org/officeDocument/2006/relationships/hyperlink" Target="https://ieeexplore.ieee.org/document/11282544" TargetMode="External"/><Relationship Id="rId1" Type="http://schemas.openxmlformats.org/officeDocument/2006/relationships/slideLayout" Target="../slideLayouts/slideLayout12.xml"/><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FACC4-8BA4-D145-6D28-7181D4BBF84B}"/>
              </a:ext>
            </a:extLst>
          </p:cNvPr>
          <p:cNvSpPr>
            <a:spLocks noGrp="1"/>
          </p:cNvSpPr>
          <p:nvPr>
            <p:ph type="title"/>
          </p:nvPr>
        </p:nvSpPr>
        <p:spPr>
          <a:xfrm>
            <a:off x="2434045" y="2131423"/>
            <a:ext cx="8906692" cy="2595153"/>
          </a:xfrm>
        </p:spPr>
        <p:txBody>
          <a:bodyPr>
            <a:normAutofit/>
          </a:bodyPr>
          <a:lstStyle/>
          <a:p>
            <a:r>
              <a:rPr lang="en-US" dirty="0"/>
              <a:t>Manager Onboarding</a:t>
            </a:r>
          </a:p>
        </p:txBody>
      </p:sp>
      <p:sp>
        <p:nvSpPr>
          <p:cNvPr id="6" name="Content Placeholder 5">
            <a:extLst>
              <a:ext uri="{FF2B5EF4-FFF2-40B4-BE49-F238E27FC236}">
                <a16:creationId xmlns:a16="http://schemas.microsoft.com/office/drawing/2014/main" id="{366B6642-FCFB-DEF7-7DFE-917EE1D9B107}"/>
              </a:ext>
            </a:extLst>
          </p:cNvPr>
          <p:cNvSpPr>
            <a:spLocks noGrp="1"/>
          </p:cNvSpPr>
          <p:nvPr>
            <p:ph idx="1"/>
          </p:nvPr>
        </p:nvSpPr>
        <p:spPr>
          <a:xfrm>
            <a:off x="2447108" y="4062547"/>
            <a:ext cx="8906692" cy="351609"/>
          </a:xfrm>
        </p:spPr>
        <p:txBody>
          <a:bodyPr>
            <a:normAutofit lnSpcReduction="10000"/>
          </a:bodyPr>
          <a:lstStyle/>
          <a:p>
            <a:r>
              <a:rPr lang="en-US" dirty="0"/>
              <a:t>Last Updated Spring 2026</a:t>
            </a:r>
          </a:p>
        </p:txBody>
      </p:sp>
    </p:spTree>
    <p:extLst>
      <p:ext uri="{BB962C8B-B14F-4D97-AF65-F5344CB8AC3E}">
        <p14:creationId xmlns:p14="http://schemas.microsoft.com/office/powerpoint/2010/main" val="3862558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5B876-C2EB-5C2E-A424-5BD2F63011AA}"/>
              </a:ext>
            </a:extLst>
          </p:cNvPr>
          <p:cNvSpPr>
            <a:spLocks noGrp="1"/>
          </p:cNvSpPr>
          <p:nvPr>
            <p:ph type="title"/>
          </p:nvPr>
        </p:nvSpPr>
        <p:spPr/>
        <p:txBody>
          <a:bodyPr/>
          <a:lstStyle/>
          <a:p>
            <a:pPr algn="ctr"/>
            <a:r>
              <a:rPr lang="en-US" dirty="0"/>
              <a:t>Introduction to HAAG</a:t>
            </a:r>
          </a:p>
        </p:txBody>
      </p:sp>
    </p:spTree>
    <p:extLst>
      <p:ext uri="{BB962C8B-B14F-4D97-AF65-F5344CB8AC3E}">
        <p14:creationId xmlns:p14="http://schemas.microsoft.com/office/powerpoint/2010/main" val="136525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B86D15-F767-04EA-6B75-7E3D3D3BDC20}"/>
              </a:ext>
            </a:extLst>
          </p:cNvPr>
          <p:cNvSpPr>
            <a:spLocks noGrp="1"/>
          </p:cNvSpPr>
          <p:nvPr>
            <p:ph idx="1"/>
          </p:nvPr>
        </p:nvSpPr>
        <p:spPr/>
        <p:txBody>
          <a:bodyPr>
            <a:normAutofit fontScale="92500"/>
          </a:bodyPr>
          <a:lstStyle/>
          <a:p>
            <a:pPr marL="0" indent="0">
              <a:buNone/>
            </a:pPr>
            <a:endParaRPr lang="en-US" dirty="0"/>
          </a:p>
          <a:p>
            <a:pPr marL="0" indent="0">
              <a:buNone/>
            </a:pPr>
            <a:r>
              <a:rPr lang="en-US" dirty="0"/>
              <a:t>The </a:t>
            </a:r>
            <a:r>
              <a:rPr lang="en-US" b="1" dirty="0"/>
              <a:t>Human-Augmented Analytics Group (HAAG)</a:t>
            </a:r>
            <a:r>
              <a:rPr lang="en-US" dirty="0"/>
              <a:t> is an experimental virtual laboratory for applied data science collaboration. Founded by Director </a:t>
            </a:r>
            <a:r>
              <a:rPr lang="en-US" b="1" dirty="0"/>
              <a:t>Breanna Shi</a:t>
            </a:r>
            <a:r>
              <a:rPr lang="en-US" dirty="0"/>
              <a:t> in May 2024 as a 4th-year Bioinformatics PhD student with just 15 participants, HAAG has rapidly grown to host 125 researchers across masters, PhD, post-doctoral, and faculty levels.</a:t>
            </a:r>
          </a:p>
          <a:p>
            <a:pPr marL="0" indent="0">
              <a:buNone/>
            </a:pPr>
            <a:endParaRPr lang="en-US" dirty="0"/>
          </a:p>
          <a:p>
            <a:pPr marL="0" indent="0">
              <a:buNone/>
            </a:pPr>
            <a:r>
              <a:rPr lang="en-US" dirty="0"/>
              <a:t>HAAG is unique in centering masters students as the primary researchers in interdisciplinary projects. Students from the OMSCS program get the opportunity to be mentored by both their faculty affiliate in an applied field and their computational advisor, a doctoral or post-doctoral researcher trained in computer science or applied mathematics field of study.</a:t>
            </a:r>
            <a:br>
              <a:rPr lang="en-US" dirty="0"/>
            </a:br>
            <a:endParaRPr lang="en-US" dirty="0"/>
          </a:p>
        </p:txBody>
      </p:sp>
      <p:sp>
        <p:nvSpPr>
          <p:cNvPr id="3" name="Title 2">
            <a:extLst>
              <a:ext uri="{FF2B5EF4-FFF2-40B4-BE49-F238E27FC236}">
                <a16:creationId xmlns:a16="http://schemas.microsoft.com/office/drawing/2014/main" id="{B9440CB7-1E29-9893-FCEB-9947FCBE1484}"/>
              </a:ext>
            </a:extLst>
          </p:cNvPr>
          <p:cNvSpPr>
            <a:spLocks noGrp="1"/>
          </p:cNvSpPr>
          <p:nvPr>
            <p:ph type="title"/>
          </p:nvPr>
        </p:nvSpPr>
        <p:spPr/>
        <p:txBody>
          <a:bodyPr>
            <a:normAutofit/>
          </a:bodyPr>
          <a:lstStyle/>
          <a:p>
            <a:r>
              <a:rPr lang="en-US" dirty="0"/>
              <a:t>Human-Augmented Analytics Group (HAAG)</a:t>
            </a:r>
          </a:p>
        </p:txBody>
      </p:sp>
    </p:spTree>
    <p:extLst>
      <p:ext uri="{BB962C8B-B14F-4D97-AF65-F5344CB8AC3E}">
        <p14:creationId xmlns:p14="http://schemas.microsoft.com/office/powerpoint/2010/main" val="820753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C970F2F-3502-3F73-8593-ED5C2400D5F0}"/>
              </a:ext>
            </a:extLst>
          </p:cNvPr>
          <p:cNvSpPr>
            <a:spLocks noGrp="1"/>
          </p:cNvSpPr>
          <p:nvPr>
            <p:ph type="title"/>
          </p:nvPr>
        </p:nvSpPr>
        <p:spPr/>
        <p:txBody>
          <a:bodyPr/>
          <a:lstStyle/>
          <a:p>
            <a:r>
              <a:rPr lang="en-US" dirty="0"/>
              <a:t>HAAG’S Mission</a:t>
            </a:r>
          </a:p>
        </p:txBody>
      </p:sp>
      <p:sp>
        <p:nvSpPr>
          <p:cNvPr id="13" name="Content Placeholder 8">
            <a:extLst>
              <a:ext uri="{FF2B5EF4-FFF2-40B4-BE49-F238E27FC236}">
                <a16:creationId xmlns:a16="http://schemas.microsoft.com/office/drawing/2014/main" id="{342D5773-6B5A-7783-7970-3AE984923382}"/>
              </a:ext>
            </a:extLst>
          </p:cNvPr>
          <p:cNvSpPr txBox="1">
            <a:spLocks/>
          </p:cNvSpPr>
          <p:nvPr/>
        </p:nvSpPr>
        <p:spPr>
          <a:xfrm>
            <a:off x="379048" y="3515812"/>
            <a:ext cx="5615353" cy="20948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0" kern="1200">
                <a:solidFill>
                  <a:srgbClr val="003057"/>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kern="1200">
                <a:solidFill>
                  <a:srgbClr val="003057"/>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kern="1200">
                <a:solidFill>
                  <a:srgbClr val="003057"/>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b="0" kern="1200">
                <a:solidFill>
                  <a:srgbClr val="003057"/>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b="0" kern="1200">
                <a:solidFill>
                  <a:srgbClr val="003057"/>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14" name="Content Placeholder 8">
            <a:extLst>
              <a:ext uri="{FF2B5EF4-FFF2-40B4-BE49-F238E27FC236}">
                <a16:creationId xmlns:a16="http://schemas.microsoft.com/office/drawing/2014/main" id="{1CD7865A-8E59-AD8B-6518-F29BA5B8B298}"/>
              </a:ext>
            </a:extLst>
          </p:cNvPr>
          <p:cNvSpPr txBox="1">
            <a:spLocks/>
          </p:cNvSpPr>
          <p:nvPr/>
        </p:nvSpPr>
        <p:spPr>
          <a:xfrm>
            <a:off x="6189539" y="3515812"/>
            <a:ext cx="5615353" cy="20948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0" kern="1200">
                <a:solidFill>
                  <a:srgbClr val="003057"/>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kern="1200">
                <a:solidFill>
                  <a:srgbClr val="003057"/>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kern="1200">
                <a:solidFill>
                  <a:srgbClr val="003057"/>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b="0" kern="1200">
                <a:solidFill>
                  <a:srgbClr val="003057"/>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b="0" kern="1200">
                <a:solidFill>
                  <a:srgbClr val="003057"/>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grpSp>
        <p:nvGrpSpPr>
          <p:cNvPr id="18" name="Group 17">
            <a:extLst>
              <a:ext uri="{FF2B5EF4-FFF2-40B4-BE49-F238E27FC236}">
                <a16:creationId xmlns:a16="http://schemas.microsoft.com/office/drawing/2014/main" id="{23A66A36-2900-8285-9802-094413D8F6A9}"/>
              </a:ext>
            </a:extLst>
          </p:cNvPr>
          <p:cNvGrpSpPr/>
          <p:nvPr/>
        </p:nvGrpSpPr>
        <p:grpSpPr>
          <a:xfrm>
            <a:off x="387109" y="1310904"/>
            <a:ext cx="5607292" cy="2109486"/>
            <a:chOff x="544010" y="1319514"/>
            <a:chExt cx="4803494" cy="2109486"/>
          </a:xfrm>
        </p:grpSpPr>
        <p:sp>
          <p:nvSpPr>
            <p:cNvPr id="15" name="Rectangle 14">
              <a:extLst>
                <a:ext uri="{FF2B5EF4-FFF2-40B4-BE49-F238E27FC236}">
                  <a16:creationId xmlns:a16="http://schemas.microsoft.com/office/drawing/2014/main" id="{9BA12465-747C-E26A-3810-FD03764F3A26}"/>
                </a:ext>
              </a:extLst>
            </p:cNvPr>
            <p:cNvSpPr/>
            <p:nvPr/>
          </p:nvSpPr>
          <p:spPr>
            <a:xfrm>
              <a:off x="544010" y="1319514"/>
              <a:ext cx="4803494" cy="740780"/>
            </a:xfrm>
            <a:prstGeom prst="rect">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b="1" dirty="0">
                  <a:solidFill>
                    <a:schemeClr val="bg1"/>
                  </a:solidFill>
                  <a:latin typeface="+mj-lt"/>
                </a:rPr>
                <a:t>Applied Research Education</a:t>
              </a:r>
            </a:p>
          </p:txBody>
        </p:sp>
        <p:sp>
          <p:nvSpPr>
            <p:cNvPr id="16" name="Rectangle 15">
              <a:extLst>
                <a:ext uri="{FF2B5EF4-FFF2-40B4-BE49-F238E27FC236}">
                  <a16:creationId xmlns:a16="http://schemas.microsoft.com/office/drawing/2014/main" id="{F6DF4A60-4A6F-643D-6DFE-14DC77DBDBF4}"/>
                </a:ext>
              </a:extLst>
            </p:cNvPr>
            <p:cNvSpPr/>
            <p:nvPr/>
          </p:nvSpPr>
          <p:spPr>
            <a:xfrm>
              <a:off x="544010" y="2060294"/>
              <a:ext cx="4803494" cy="1368706"/>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r>
                <a:rPr lang="en-US" dirty="0">
                  <a:solidFill>
                    <a:schemeClr val="tx1"/>
                  </a:solidFill>
                </a:rPr>
                <a:t>Training the next generation of data scientists through hands-on interdisciplinary projects that earn academic credit and research distinctions.</a:t>
              </a:r>
            </a:p>
          </p:txBody>
        </p:sp>
      </p:grpSp>
      <p:grpSp>
        <p:nvGrpSpPr>
          <p:cNvPr id="19" name="Group 18">
            <a:extLst>
              <a:ext uri="{FF2B5EF4-FFF2-40B4-BE49-F238E27FC236}">
                <a16:creationId xmlns:a16="http://schemas.microsoft.com/office/drawing/2014/main" id="{857BE80C-AACD-8555-2641-13E4E1598F2B}"/>
              </a:ext>
            </a:extLst>
          </p:cNvPr>
          <p:cNvGrpSpPr/>
          <p:nvPr/>
        </p:nvGrpSpPr>
        <p:grpSpPr>
          <a:xfrm>
            <a:off x="6189538" y="1319514"/>
            <a:ext cx="5615353" cy="2109486"/>
            <a:chOff x="544010" y="1319514"/>
            <a:chExt cx="4803494" cy="2109486"/>
          </a:xfrm>
        </p:grpSpPr>
        <p:sp>
          <p:nvSpPr>
            <p:cNvPr id="20" name="Rectangle 19">
              <a:extLst>
                <a:ext uri="{FF2B5EF4-FFF2-40B4-BE49-F238E27FC236}">
                  <a16:creationId xmlns:a16="http://schemas.microsoft.com/office/drawing/2014/main" id="{2695BC20-856B-8FF1-16EB-4A5D2E6153F3}"/>
                </a:ext>
              </a:extLst>
            </p:cNvPr>
            <p:cNvSpPr/>
            <p:nvPr/>
          </p:nvSpPr>
          <p:spPr>
            <a:xfrm>
              <a:off x="544010" y="1319514"/>
              <a:ext cx="4803494" cy="740780"/>
            </a:xfrm>
            <a:prstGeom prst="rect">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b="1" dirty="0"/>
                <a:t>Leadership &amp; Project Management Development</a:t>
              </a:r>
            </a:p>
          </p:txBody>
        </p:sp>
        <p:sp>
          <p:nvSpPr>
            <p:cNvPr id="21" name="Rectangle 20">
              <a:extLst>
                <a:ext uri="{FF2B5EF4-FFF2-40B4-BE49-F238E27FC236}">
                  <a16:creationId xmlns:a16="http://schemas.microsoft.com/office/drawing/2014/main" id="{154C8C9F-C7A4-AF59-477E-D8625C818FB6}"/>
                </a:ext>
              </a:extLst>
            </p:cNvPr>
            <p:cNvSpPr/>
            <p:nvPr/>
          </p:nvSpPr>
          <p:spPr>
            <a:xfrm>
              <a:off x="544010" y="2060294"/>
              <a:ext cx="4803494" cy="1368706"/>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r>
                <a:rPr lang="en-US" dirty="0"/>
                <a:t>Preparing future faculty, PhD researchers, and MBA students with experience-based training in managing complex collaborative research goals</a:t>
              </a:r>
              <a:r>
                <a:rPr lang="en-US" dirty="0">
                  <a:solidFill>
                    <a:schemeClr val="tx1"/>
                  </a:solidFill>
                </a:rPr>
                <a:t>.</a:t>
              </a:r>
              <a:endParaRPr lang="en-US" dirty="0"/>
            </a:p>
          </p:txBody>
        </p:sp>
      </p:grpSp>
      <p:grpSp>
        <p:nvGrpSpPr>
          <p:cNvPr id="28" name="Group 27">
            <a:extLst>
              <a:ext uri="{FF2B5EF4-FFF2-40B4-BE49-F238E27FC236}">
                <a16:creationId xmlns:a16="http://schemas.microsoft.com/office/drawing/2014/main" id="{DC196D09-3D93-7D31-8976-7448C4341ABD}"/>
              </a:ext>
            </a:extLst>
          </p:cNvPr>
          <p:cNvGrpSpPr/>
          <p:nvPr/>
        </p:nvGrpSpPr>
        <p:grpSpPr>
          <a:xfrm>
            <a:off x="372192" y="3542475"/>
            <a:ext cx="5614148" cy="2109486"/>
            <a:chOff x="540556" y="1319514"/>
            <a:chExt cx="4809367" cy="2109486"/>
          </a:xfrm>
        </p:grpSpPr>
        <p:sp>
          <p:nvSpPr>
            <p:cNvPr id="29" name="Rectangle 28">
              <a:extLst>
                <a:ext uri="{FF2B5EF4-FFF2-40B4-BE49-F238E27FC236}">
                  <a16:creationId xmlns:a16="http://schemas.microsoft.com/office/drawing/2014/main" id="{AC16A75A-E079-0B31-64C0-3CC9F3800593}"/>
                </a:ext>
              </a:extLst>
            </p:cNvPr>
            <p:cNvSpPr/>
            <p:nvPr/>
          </p:nvSpPr>
          <p:spPr>
            <a:xfrm>
              <a:off x="540556" y="1319514"/>
              <a:ext cx="4809367" cy="740780"/>
            </a:xfrm>
            <a:prstGeom prst="rect">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b="1" dirty="0"/>
                <a:t>Cross-Disciplinary Collaboration</a:t>
              </a:r>
            </a:p>
          </p:txBody>
        </p:sp>
        <p:sp>
          <p:nvSpPr>
            <p:cNvPr id="30" name="Rectangle 29">
              <a:extLst>
                <a:ext uri="{FF2B5EF4-FFF2-40B4-BE49-F238E27FC236}">
                  <a16:creationId xmlns:a16="http://schemas.microsoft.com/office/drawing/2014/main" id="{A9F99FD7-FAA4-185A-6C87-B967F3E30BB9}"/>
                </a:ext>
              </a:extLst>
            </p:cNvPr>
            <p:cNvSpPr/>
            <p:nvPr/>
          </p:nvSpPr>
          <p:spPr>
            <a:xfrm>
              <a:off x="544010" y="2060294"/>
              <a:ext cx="4803494" cy="1368706"/>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r>
                <a:rPr lang="en-US" dirty="0"/>
                <a:t>Creating sustainable partnerships between computational and domain experts through structured frameworks</a:t>
              </a:r>
              <a:r>
                <a:rPr lang="en-US" dirty="0">
                  <a:solidFill>
                    <a:schemeClr val="tx1"/>
                  </a:solidFill>
                </a:rPr>
                <a:t>.</a:t>
              </a:r>
              <a:endParaRPr lang="en-US" dirty="0"/>
            </a:p>
          </p:txBody>
        </p:sp>
      </p:grpSp>
      <p:grpSp>
        <p:nvGrpSpPr>
          <p:cNvPr id="31" name="Group 30">
            <a:extLst>
              <a:ext uri="{FF2B5EF4-FFF2-40B4-BE49-F238E27FC236}">
                <a16:creationId xmlns:a16="http://schemas.microsoft.com/office/drawing/2014/main" id="{7EC882D2-5DE8-4CFA-D0C8-EDB124852491}"/>
              </a:ext>
            </a:extLst>
          </p:cNvPr>
          <p:cNvGrpSpPr/>
          <p:nvPr/>
        </p:nvGrpSpPr>
        <p:grpSpPr>
          <a:xfrm>
            <a:off x="6175477" y="3551085"/>
            <a:ext cx="5618529" cy="2109486"/>
            <a:chOff x="541293" y="1319514"/>
            <a:chExt cx="4806211" cy="2109486"/>
          </a:xfrm>
        </p:grpSpPr>
        <p:sp>
          <p:nvSpPr>
            <p:cNvPr id="32" name="Rectangle 31">
              <a:extLst>
                <a:ext uri="{FF2B5EF4-FFF2-40B4-BE49-F238E27FC236}">
                  <a16:creationId xmlns:a16="http://schemas.microsoft.com/office/drawing/2014/main" id="{57962348-09A4-BD34-FF43-EA5916CD7DAC}"/>
                </a:ext>
              </a:extLst>
            </p:cNvPr>
            <p:cNvSpPr/>
            <p:nvPr/>
          </p:nvSpPr>
          <p:spPr>
            <a:xfrm>
              <a:off x="541293" y="1319514"/>
              <a:ext cx="4802693" cy="740780"/>
            </a:xfrm>
            <a:prstGeom prst="rect">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b="1" dirty="0"/>
                <a:t>Research Acceleration</a:t>
              </a:r>
            </a:p>
          </p:txBody>
        </p:sp>
        <p:sp>
          <p:nvSpPr>
            <p:cNvPr id="33" name="Rectangle 32">
              <a:extLst>
                <a:ext uri="{FF2B5EF4-FFF2-40B4-BE49-F238E27FC236}">
                  <a16:creationId xmlns:a16="http://schemas.microsoft.com/office/drawing/2014/main" id="{3E3F9B9E-3DCE-BBFF-F929-4B00FD50E56E}"/>
                </a:ext>
              </a:extLst>
            </p:cNvPr>
            <p:cNvSpPr/>
            <p:nvPr/>
          </p:nvSpPr>
          <p:spPr>
            <a:xfrm>
              <a:off x="544010" y="2060294"/>
              <a:ext cx="4803494" cy="1368706"/>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r>
                <a:rPr lang="en-US" dirty="0"/>
                <a:t>Expanding faculty research capacity through virtual laboratory partnerships that minimize advisor fatigue while maximizing research outcomes.</a:t>
              </a:r>
            </a:p>
          </p:txBody>
        </p:sp>
      </p:grpSp>
    </p:spTree>
    <p:extLst>
      <p:ext uri="{BB962C8B-B14F-4D97-AF65-F5344CB8AC3E}">
        <p14:creationId xmlns:p14="http://schemas.microsoft.com/office/powerpoint/2010/main" val="2015852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E98AF-29C3-5D0D-D919-680884D92E2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C34075F-9AA0-8E39-FA68-DACC36F6728D}"/>
              </a:ext>
            </a:extLst>
          </p:cNvPr>
          <p:cNvSpPr>
            <a:spLocks noGrp="1"/>
          </p:cNvSpPr>
          <p:nvPr>
            <p:ph type="title"/>
          </p:nvPr>
        </p:nvSpPr>
        <p:spPr/>
        <p:txBody>
          <a:bodyPr/>
          <a:lstStyle/>
          <a:p>
            <a:r>
              <a:rPr lang="en-US" dirty="0"/>
              <a:t>HAAG Roles</a:t>
            </a:r>
          </a:p>
        </p:txBody>
      </p:sp>
      <p:sp>
        <p:nvSpPr>
          <p:cNvPr id="13" name="Content Placeholder 8">
            <a:extLst>
              <a:ext uri="{FF2B5EF4-FFF2-40B4-BE49-F238E27FC236}">
                <a16:creationId xmlns:a16="http://schemas.microsoft.com/office/drawing/2014/main" id="{A3E63B81-C159-BF11-4426-8145E40C2EBA}"/>
              </a:ext>
            </a:extLst>
          </p:cNvPr>
          <p:cNvSpPr txBox="1">
            <a:spLocks/>
          </p:cNvSpPr>
          <p:nvPr/>
        </p:nvSpPr>
        <p:spPr>
          <a:xfrm>
            <a:off x="379048" y="3515812"/>
            <a:ext cx="5615353" cy="20948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0" kern="1200">
                <a:solidFill>
                  <a:srgbClr val="003057"/>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kern="1200">
                <a:solidFill>
                  <a:srgbClr val="003057"/>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kern="1200">
                <a:solidFill>
                  <a:srgbClr val="003057"/>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b="0" kern="1200">
                <a:solidFill>
                  <a:srgbClr val="003057"/>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b="0" kern="1200">
                <a:solidFill>
                  <a:srgbClr val="003057"/>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14" name="Content Placeholder 8">
            <a:extLst>
              <a:ext uri="{FF2B5EF4-FFF2-40B4-BE49-F238E27FC236}">
                <a16:creationId xmlns:a16="http://schemas.microsoft.com/office/drawing/2014/main" id="{4C7472D9-9E7B-0AF6-2798-620F48B32E6D}"/>
              </a:ext>
            </a:extLst>
          </p:cNvPr>
          <p:cNvSpPr txBox="1">
            <a:spLocks/>
          </p:cNvSpPr>
          <p:nvPr/>
        </p:nvSpPr>
        <p:spPr>
          <a:xfrm>
            <a:off x="6189539" y="3515812"/>
            <a:ext cx="5615353" cy="20948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0" kern="1200">
                <a:solidFill>
                  <a:srgbClr val="003057"/>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kern="1200">
                <a:solidFill>
                  <a:srgbClr val="003057"/>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kern="1200">
                <a:solidFill>
                  <a:srgbClr val="003057"/>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b="0" kern="1200">
                <a:solidFill>
                  <a:srgbClr val="003057"/>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b="0" kern="1200">
                <a:solidFill>
                  <a:srgbClr val="003057"/>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grpSp>
        <p:nvGrpSpPr>
          <p:cNvPr id="18" name="Group 17">
            <a:extLst>
              <a:ext uri="{FF2B5EF4-FFF2-40B4-BE49-F238E27FC236}">
                <a16:creationId xmlns:a16="http://schemas.microsoft.com/office/drawing/2014/main" id="{9E9A7DF6-8E60-91DA-5B43-A49701D5CE9D}"/>
              </a:ext>
            </a:extLst>
          </p:cNvPr>
          <p:cNvGrpSpPr/>
          <p:nvPr/>
        </p:nvGrpSpPr>
        <p:grpSpPr>
          <a:xfrm>
            <a:off x="387109" y="1310904"/>
            <a:ext cx="5607292" cy="2109486"/>
            <a:chOff x="544010" y="1319514"/>
            <a:chExt cx="4803494" cy="2109486"/>
          </a:xfrm>
        </p:grpSpPr>
        <p:sp>
          <p:nvSpPr>
            <p:cNvPr id="15" name="Rectangle 14">
              <a:extLst>
                <a:ext uri="{FF2B5EF4-FFF2-40B4-BE49-F238E27FC236}">
                  <a16:creationId xmlns:a16="http://schemas.microsoft.com/office/drawing/2014/main" id="{0944F14E-55DD-78B9-4C31-87B20C0B09EC}"/>
                </a:ext>
              </a:extLst>
            </p:cNvPr>
            <p:cNvSpPr/>
            <p:nvPr/>
          </p:nvSpPr>
          <p:spPr>
            <a:xfrm>
              <a:off x="544010" y="1319514"/>
              <a:ext cx="4803494" cy="740780"/>
            </a:xfrm>
            <a:prstGeom prst="rect">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b="1" dirty="0">
                  <a:solidFill>
                    <a:schemeClr val="bg1"/>
                  </a:solidFill>
                  <a:latin typeface="+mj-lt"/>
                </a:rPr>
                <a:t>Faculty</a:t>
              </a:r>
            </a:p>
          </p:txBody>
        </p:sp>
        <p:sp>
          <p:nvSpPr>
            <p:cNvPr id="16" name="Rectangle 15">
              <a:extLst>
                <a:ext uri="{FF2B5EF4-FFF2-40B4-BE49-F238E27FC236}">
                  <a16:creationId xmlns:a16="http://schemas.microsoft.com/office/drawing/2014/main" id="{5A0F4973-0EF0-3D20-7D2F-8EF736A05467}"/>
                </a:ext>
              </a:extLst>
            </p:cNvPr>
            <p:cNvSpPr/>
            <p:nvPr/>
          </p:nvSpPr>
          <p:spPr>
            <a:xfrm>
              <a:off x="544010" y="2060294"/>
              <a:ext cx="4803494" cy="1368706"/>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r>
                <a:rPr lang="en-US" dirty="0">
                  <a:solidFill>
                    <a:schemeClr val="tx1"/>
                  </a:solidFill>
                </a:rPr>
                <a:t>Interdisciplinary faculty with application-based expertise in need of computational talent whose role is to advise on all aspects of the project related to the application.</a:t>
              </a:r>
            </a:p>
          </p:txBody>
        </p:sp>
      </p:grpSp>
      <p:grpSp>
        <p:nvGrpSpPr>
          <p:cNvPr id="19" name="Group 18">
            <a:extLst>
              <a:ext uri="{FF2B5EF4-FFF2-40B4-BE49-F238E27FC236}">
                <a16:creationId xmlns:a16="http://schemas.microsoft.com/office/drawing/2014/main" id="{0D86CF8D-5A61-8FA2-7B5B-28B5728D00B6}"/>
              </a:ext>
            </a:extLst>
          </p:cNvPr>
          <p:cNvGrpSpPr/>
          <p:nvPr/>
        </p:nvGrpSpPr>
        <p:grpSpPr>
          <a:xfrm>
            <a:off x="6189538" y="1319514"/>
            <a:ext cx="5615353" cy="2109486"/>
            <a:chOff x="544010" y="1319514"/>
            <a:chExt cx="4803494" cy="2109486"/>
          </a:xfrm>
        </p:grpSpPr>
        <p:sp>
          <p:nvSpPr>
            <p:cNvPr id="20" name="Rectangle 19">
              <a:extLst>
                <a:ext uri="{FF2B5EF4-FFF2-40B4-BE49-F238E27FC236}">
                  <a16:creationId xmlns:a16="http://schemas.microsoft.com/office/drawing/2014/main" id="{DB66AEAF-281D-804D-532D-CDCE7045F856}"/>
                </a:ext>
              </a:extLst>
            </p:cNvPr>
            <p:cNvSpPr/>
            <p:nvPr/>
          </p:nvSpPr>
          <p:spPr>
            <a:xfrm>
              <a:off x="544010" y="1319514"/>
              <a:ext cx="4803494" cy="740780"/>
            </a:xfrm>
            <a:prstGeom prst="rect">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b="1" dirty="0"/>
                <a:t>Computational Advisors</a:t>
              </a:r>
            </a:p>
          </p:txBody>
        </p:sp>
        <p:sp>
          <p:nvSpPr>
            <p:cNvPr id="21" name="Rectangle 20">
              <a:extLst>
                <a:ext uri="{FF2B5EF4-FFF2-40B4-BE49-F238E27FC236}">
                  <a16:creationId xmlns:a16="http://schemas.microsoft.com/office/drawing/2014/main" id="{F60E7953-FC64-31FA-BBD0-EF312667469C}"/>
                </a:ext>
              </a:extLst>
            </p:cNvPr>
            <p:cNvSpPr/>
            <p:nvPr/>
          </p:nvSpPr>
          <p:spPr>
            <a:xfrm>
              <a:off x="544010" y="2060294"/>
              <a:ext cx="4803494" cy="1368706"/>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r>
                <a:rPr lang="en-US" dirty="0"/>
                <a:t>Volunteer-based PhD or Post-doctoral researchers in computational or quantitative fields that serve as the primary mentors for the researchers.</a:t>
              </a:r>
            </a:p>
          </p:txBody>
        </p:sp>
      </p:grpSp>
      <p:grpSp>
        <p:nvGrpSpPr>
          <p:cNvPr id="28" name="Group 27">
            <a:extLst>
              <a:ext uri="{FF2B5EF4-FFF2-40B4-BE49-F238E27FC236}">
                <a16:creationId xmlns:a16="http://schemas.microsoft.com/office/drawing/2014/main" id="{B435BA28-2DF3-43E3-083D-04B6E7F8E114}"/>
              </a:ext>
            </a:extLst>
          </p:cNvPr>
          <p:cNvGrpSpPr/>
          <p:nvPr/>
        </p:nvGrpSpPr>
        <p:grpSpPr>
          <a:xfrm>
            <a:off x="376224" y="3542475"/>
            <a:ext cx="5607292" cy="2346696"/>
            <a:chOff x="544010" y="1319514"/>
            <a:chExt cx="4803494" cy="2346696"/>
          </a:xfrm>
        </p:grpSpPr>
        <p:sp>
          <p:nvSpPr>
            <p:cNvPr id="29" name="Rectangle 28">
              <a:extLst>
                <a:ext uri="{FF2B5EF4-FFF2-40B4-BE49-F238E27FC236}">
                  <a16:creationId xmlns:a16="http://schemas.microsoft.com/office/drawing/2014/main" id="{CEEBF57E-C986-CD15-4DA1-EFE92557FF73}"/>
                </a:ext>
              </a:extLst>
            </p:cNvPr>
            <p:cNvSpPr/>
            <p:nvPr/>
          </p:nvSpPr>
          <p:spPr>
            <a:xfrm>
              <a:off x="544010" y="1319514"/>
              <a:ext cx="4803494" cy="740780"/>
            </a:xfrm>
            <a:prstGeom prst="rect">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b="1" dirty="0"/>
                <a:t>Researchers</a:t>
              </a:r>
            </a:p>
          </p:txBody>
        </p:sp>
        <p:sp>
          <p:nvSpPr>
            <p:cNvPr id="30" name="Rectangle 29">
              <a:extLst>
                <a:ext uri="{FF2B5EF4-FFF2-40B4-BE49-F238E27FC236}">
                  <a16:creationId xmlns:a16="http://schemas.microsoft.com/office/drawing/2014/main" id="{D970336D-7C49-0B4E-8B91-E213D183ADD5}"/>
                </a:ext>
              </a:extLst>
            </p:cNvPr>
            <p:cNvSpPr/>
            <p:nvPr/>
          </p:nvSpPr>
          <p:spPr>
            <a:xfrm>
              <a:off x="544010" y="2060293"/>
              <a:ext cx="4803494" cy="1605917"/>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r>
                <a:rPr lang="en-US" dirty="0"/>
                <a:t>Computational students enrolled in a credit-based research course and assigned to a project. Their primary role is to perform the requested computation and documentation tasks to satisfy a shared tool generation &amp; publication outcome. </a:t>
              </a:r>
            </a:p>
          </p:txBody>
        </p:sp>
      </p:grpSp>
      <p:grpSp>
        <p:nvGrpSpPr>
          <p:cNvPr id="31" name="Group 30">
            <a:extLst>
              <a:ext uri="{FF2B5EF4-FFF2-40B4-BE49-F238E27FC236}">
                <a16:creationId xmlns:a16="http://schemas.microsoft.com/office/drawing/2014/main" id="{2EC7FB1C-4314-7775-A77E-4EE2A23872DF}"/>
              </a:ext>
            </a:extLst>
          </p:cNvPr>
          <p:cNvGrpSpPr/>
          <p:nvPr/>
        </p:nvGrpSpPr>
        <p:grpSpPr>
          <a:xfrm>
            <a:off x="6178653" y="3551085"/>
            <a:ext cx="5615353" cy="2338086"/>
            <a:chOff x="544010" y="1319514"/>
            <a:chExt cx="4803494" cy="2338086"/>
          </a:xfrm>
        </p:grpSpPr>
        <p:sp>
          <p:nvSpPr>
            <p:cNvPr id="32" name="Rectangle 31">
              <a:extLst>
                <a:ext uri="{FF2B5EF4-FFF2-40B4-BE49-F238E27FC236}">
                  <a16:creationId xmlns:a16="http://schemas.microsoft.com/office/drawing/2014/main" id="{7CEBFB04-2119-A43F-BF3F-7DCD56898C0E}"/>
                </a:ext>
              </a:extLst>
            </p:cNvPr>
            <p:cNvSpPr/>
            <p:nvPr/>
          </p:nvSpPr>
          <p:spPr>
            <a:xfrm>
              <a:off x="544010" y="1319514"/>
              <a:ext cx="4803494" cy="740780"/>
            </a:xfrm>
            <a:prstGeom prst="rect">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b="1" dirty="0"/>
                <a:t>Managers</a:t>
              </a:r>
            </a:p>
          </p:txBody>
        </p:sp>
        <p:sp>
          <p:nvSpPr>
            <p:cNvPr id="33" name="Rectangle 32">
              <a:extLst>
                <a:ext uri="{FF2B5EF4-FFF2-40B4-BE49-F238E27FC236}">
                  <a16:creationId xmlns:a16="http://schemas.microsoft.com/office/drawing/2014/main" id="{5ABFB7F3-2693-37A5-F261-921A33C6CE11}"/>
                </a:ext>
              </a:extLst>
            </p:cNvPr>
            <p:cNvSpPr/>
            <p:nvPr/>
          </p:nvSpPr>
          <p:spPr>
            <a:xfrm>
              <a:off x="544010" y="2060294"/>
              <a:ext cx="4803494" cy="1597306"/>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r>
                <a:rPr lang="en-US" dirty="0"/>
                <a:t>Computational students enrolled in a credit-based management and leadership course and assigned to a project. Their primary role is to implement and track the success of management techniques in the research environment.</a:t>
              </a:r>
            </a:p>
          </p:txBody>
        </p:sp>
      </p:grpSp>
      <p:sp>
        <p:nvSpPr>
          <p:cNvPr id="2" name="TextBox 1">
            <a:extLst>
              <a:ext uri="{FF2B5EF4-FFF2-40B4-BE49-F238E27FC236}">
                <a16:creationId xmlns:a16="http://schemas.microsoft.com/office/drawing/2014/main" id="{DA7D77A0-DB08-9F12-DA7D-9CA689460398}"/>
              </a:ext>
            </a:extLst>
          </p:cNvPr>
          <p:cNvSpPr txBox="1"/>
          <p:nvPr/>
        </p:nvSpPr>
        <p:spPr>
          <a:xfrm>
            <a:off x="376224" y="6085114"/>
            <a:ext cx="9388211" cy="369332"/>
          </a:xfrm>
          <a:prstGeom prst="rect">
            <a:avLst/>
          </a:prstGeom>
          <a:noFill/>
        </p:spPr>
        <p:txBody>
          <a:bodyPr wrap="none" rtlCol="0">
            <a:spAutoFit/>
          </a:bodyPr>
          <a:lstStyle/>
          <a:p>
            <a:r>
              <a:rPr lang="en-US" dirty="0"/>
              <a:t>Additional roles such as </a:t>
            </a:r>
            <a:r>
              <a:rPr lang="en-US" b="1" dirty="0"/>
              <a:t>admins </a:t>
            </a:r>
            <a:r>
              <a:rPr lang="en-US" dirty="0"/>
              <a:t>and </a:t>
            </a:r>
            <a:r>
              <a:rPr lang="en-US" b="1" dirty="0"/>
              <a:t>TAs</a:t>
            </a:r>
            <a:r>
              <a:rPr lang="en-US" dirty="0"/>
              <a:t> facilitate program management and operations.  </a:t>
            </a:r>
            <a:endParaRPr lang="en-US" b="1" dirty="0"/>
          </a:p>
        </p:txBody>
      </p:sp>
    </p:spTree>
    <p:extLst>
      <p:ext uri="{BB962C8B-B14F-4D97-AF65-F5344CB8AC3E}">
        <p14:creationId xmlns:p14="http://schemas.microsoft.com/office/powerpoint/2010/main" val="3841165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2BC64-EA74-E4B8-17F9-2C56356FE651}"/>
            </a:ext>
          </a:extLst>
        </p:cNvPr>
        <p:cNvGrpSpPr/>
        <p:nvPr/>
      </p:nvGrpSpPr>
      <p:grpSpPr>
        <a:xfrm>
          <a:off x="0" y="0"/>
          <a:ext cx="0" cy="0"/>
          <a:chOff x="0" y="0"/>
          <a:chExt cx="0" cy="0"/>
        </a:xfrm>
      </p:grpSpPr>
      <p:sp>
        <p:nvSpPr>
          <p:cNvPr id="9" name="Oval 8">
            <a:extLst>
              <a:ext uri="{FF2B5EF4-FFF2-40B4-BE49-F238E27FC236}">
                <a16:creationId xmlns:a16="http://schemas.microsoft.com/office/drawing/2014/main" id="{09EE195B-92B8-D1B6-0E1F-D23FC56FFAFE}"/>
              </a:ext>
            </a:extLst>
          </p:cNvPr>
          <p:cNvSpPr/>
          <p:nvPr/>
        </p:nvSpPr>
        <p:spPr>
          <a:xfrm>
            <a:off x="3683000" y="1102812"/>
            <a:ext cx="4826000" cy="4826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03189EA-E5D5-D8B8-8C9D-17572BB15117}"/>
              </a:ext>
            </a:extLst>
          </p:cNvPr>
          <p:cNvSpPr>
            <a:spLocks noGrp="1"/>
          </p:cNvSpPr>
          <p:nvPr>
            <p:ph type="title"/>
          </p:nvPr>
        </p:nvSpPr>
        <p:spPr/>
        <p:txBody>
          <a:bodyPr/>
          <a:lstStyle/>
          <a:p>
            <a:r>
              <a:rPr lang="en-US" dirty="0"/>
              <a:t>Research Teams</a:t>
            </a:r>
          </a:p>
        </p:txBody>
      </p:sp>
      <p:sp>
        <p:nvSpPr>
          <p:cNvPr id="11" name="Oval 10">
            <a:extLst>
              <a:ext uri="{FF2B5EF4-FFF2-40B4-BE49-F238E27FC236}">
                <a16:creationId xmlns:a16="http://schemas.microsoft.com/office/drawing/2014/main" id="{AE3A740D-FC11-0ED5-FEB0-5EC073BF0148}"/>
              </a:ext>
            </a:extLst>
          </p:cNvPr>
          <p:cNvSpPr/>
          <p:nvPr/>
        </p:nvSpPr>
        <p:spPr>
          <a:xfrm>
            <a:off x="822411" y="1206500"/>
            <a:ext cx="2222500" cy="22225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3" name="Content Placeholder 8">
            <a:extLst>
              <a:ext uri="{FF2B5EF4-FFF2-40B4-BE49-F238E27FC236}">
                <a16:creationId xmlns:a16="http://schemas.microsoft.com/office/drawing/2014/main" id="{F67C56B8-784C-DA7A-CCB4-AD5B466F0B87}"/>
              </a:ext>
            </a:extLst>
          </p:cNvPr>
          <p:cNvSpPr txBox="1">
            <a:spLocks/>
          </p:cNvSpPr>
          <p:nvPr/>
        </p:nvSpPr>
        <p:spPr>
          <a:xfrm>
            <a:off x="379048" y="3515812"/>
            <a:ext cx="5615353" cy="20948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0" kern="1200">
                <a:solidFill>
                  <a:srgbClr val="003057"/>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kern="1200">
                <a:solidFill>
                  <a:srgbClr val="003057"/>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kern="1200">
                <a:solidFill>
                  <a:srgbClr val="003057"/>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b="0" kern="1200">
                <a:solidFill>
                  <a:srgbClr val="003057"/>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b="0" kern="1200">
                <a:solidFill>
                  <a:srgbClr val="003057"/>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pic>
        <p:nvPicPr>
          <p:cNvPr id="4" name="Graphic 3" descr="User with solid fill">
            <a:extLst>
              <a:ext uri="{FF2B5EF4-FFF2-40B4-BE49-F238E27FC236}">
                <a16:creationId xmlns:a16="http://schemas.microsoft.com/office/drawing/2014/main" id="{05DAC45E-CE34-4B89-988B-5CB1CB09B5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52201" y="1415327"/>
            <a:ext cx="1562921" cy="1562921"/>
          </a:xfrm>
          <a:prstGeom prst="rect">
            <a:avLst/>
          </a:prstGeom>
        </p:spPr>
      </p:pic>
      <p:sp>
        <p:nvSpPr>
          <p:cNvPr id="6" name="TextBox 5">
            <a:extLst>
              <a:ext uri="{FF2B5EF4-FFF2-40B4-BE49-F238E27FC236}">
                <a16:creationId xmlns:a16="http://schemas.microsoft.com/office/drawing/2014/main" id="{8BED5709-CA4C-9F17-375B-79CD8AA737E9}"/>
              </a:ext>
            </a:extLst>
          </p:cNvPr>
          <p:cNvSpPr txBox="1"/>
          <p:nvPr/>
        </p:nvSpPr>
        <p:spPr>
          <a:xfrm>
            <a:off x="1345199" y="2805833"/>
            <a:ext cx="1176925" cy="461665"/>
          </a:xfrm>
          <a:prstGeom prst="rect">
            <a:avLst/>
          </a:prstGeom>
          <a:noFill/>
        </p:spPr>
        <p:txBody>
          <a:bodyPr wrap="none" rtlCol="0">
            <a:spAutoFit/>
          </a:bodyPr>
          <a:lstStyle/>
          <a:p>
            <a:r>
              <a:rPr lang="en-US" sz="2400" dirty="0">
                <a:solidFill>
                  <a:schemeClr val="accent1"/>
                </a:solidFill>
              </a:rPr>
              <a:t>Faculty</a:t>
            </a:r>
            <a:endParaRPr lang="en-US" sz="3600" dirty="0">
              <a:solidFill>
                <a:schemeClr val="accent1"/>
              </a:solidFill>
            </a:endParaRPr>
          </a:p>
        </p:txBody>
      </p:sp>
      <p:pic>
        <p:nvPicPr>
          <p:cNvPr id="8" name="Graphic 7" descr="Users with solid fill">
            <a:extLst>
              <a:ext uri="{FF2B5EF4-FFF2-40B4-BE49-F238E27FC236}">
                <a16:creationId xmlns:a16="http://schemas.microsoft.com/office/drawing/2014/main" id="{E1C0A584-C934-2F52-E21E-AAA0548AA8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71950" y="1504950"/>
            <a:ext cx="3848100" cy="3848100"/>
          </a:xfrm>
          <a:prstGeom prst="rect">
            <a:avLst/>
          </a:prstGeom>
        </p:spPr>
      </p:pic>
      <p:sp>
        <p:nvSpPr>
          <p:cNvPr id="10" name="TextBox 9">
            <a:extLst>
              <a:ext uri="{FF2B5EF4-FFF2-40B4-BE49-F238E27FC236}">
                <a16:creationId xmlns:a16="http://schemas.microsoft.com/office/drawing/2014/main" id="{86CC1C55-3269-B195-A466-C2B19875F8D4}"/>
              </a:ext>
            </a:extLst>
          </p:cNvPr>
          <p:cNvSpPr txBox="1"/>
          <p:nvPr/>
        </p:nvSpPr>
        <p:spPr>
          <a:xfrm>
            <a:off x="5130030" y="4789372"/>
            <a:ext cx="1931939" cy="461665"/>
          </a:xfrm>
          <a:prstGeom prst="rect">
            <a:avLst/>
          </a:prstGeom>
          <a:noFill/>
        </p:spPr>
        <p:txBody>
          <a:bodyPr wrap="none" rtlCol="0">
            <a:spAutoFit/>
          </a:bodyPr>
          <a:lstStyle/>
          <a:p>
            <a:r>
              <a:rPr lang="en-US" sz="2400" dirty="0">
                <a:solidFill>
                  <a:schemeClr val="bg1"/>
                </a:solidFill>
              </a:rPr>
              <a:t>Researchers</a:t>
            </a:r>
            <a:endParaRPr lang="en-US" sz="3600" dirty="0">
              <a:solidFill>
                <a:schemeClr val="bg1"/>
              </a:solidFill>
            </a:endParaRPr>
          </a:p>
        </p:txBody>
      </p:sp>
      <p:sp>
        <p:nvSpPr>
          <p:cNvPr id="12" name="Oval 11">
            <a:extLst>
              <a:ext uri="{FF2B5EF4-FFF2-40B4-BE49-F238E27FC236}">
                <a16:creationId xmlns:a16="http://schemas.microsoft.com/office/drawing/2014/main" id="{8794C359-48D4-5DDF-23E8-E5C11AB9DFFA}"/>
              </a:ext>
            </a:extLst>
          </p:cNvPr>
          <p:cNvSpPr/>
          <p:nvPr/>
        </p:nvSpPr>
        <p:spPr>
          <a:xfrm>
            <a:off x="1241511" y="3911600"/>
            <a:ext cx="2222500" cy="22225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pic>
        <p:nvPicPr>
          <p:cNvPr id="17" name="Graphic 16" descr="User with solid fill">
            <a:extLst>
              <a:ext uri="{FF2B5EF4-FFF2-40B4-BE49-F238E27FC236}">
                <a16:creationId xmlns:a16="http://schemas.microsoft.com/office/drawing/2014/main" id="{89A46FC9-31C5-4B03-445C-593C93CF8A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1301" y="4120427"/>
            <a:ext cx="1562921" cy="1562921"/>
          </a:xfrm>
          <a:prstGeom prst="rect">
            <a:avLst/>
          </a:prstGeom>
        </p:spPr>
      </p:pic>
      <p:sp>
        <p:nvSpPr>
          <p:cNvPr id="22" name="TextBox 21">
            <a:extLst>
              <a:ext uri="{FF2B5EF4-FFF2-40B4-BE49-F238E27FC236}">
                <a16:creationId xmlns:a16="http://schemas.microsoft.com/office/drawing/2014/main" id="{2483762A-F535-7C10-B672-039385CBE690}"/>
              </a:ext>
            </a:extLst>
          </p:cNvPr>
          <p:cNvSpPr txBox="1"/>
          <p:nvPr/>
        </p:nvSpPr>
        <p:spPr>
          <a:xfrm>
            <a:off x="1746666" y="5477363"/>
            <a:ext cx="1212191" cy="584775"/>
          </a:xfrm>
          <a:prstGeom prst="rect">
            <a:avLst/>
          </a:prstGeom>
          <a:noFill/>
        </p:spPr>
        <p:txBody>
          <a:bodyPr wrap="square" rtlCol="0">
            <a:spAutoFit/>
          </a:bodyPr>
          <a:lstStyle/>
          <a:p>
            <a:pPr algn="ctr"/>
            <a:r>
              <a:rPr lang="en-US" sz="1600" dirty="0">
                <a:solidFill>
                  <a:schemeClr val="accent1"/>
                </a:solidFill>
              </a:rPr>
              <a:t>Comp</a:t>
            </a:r>
            <a:br>
              <a:rPr lang="en-US" sz="1600" dirty="0">
                <a:solidFill>
                  <a:schemeClr val="accent1"/>
                </a:solidFill>
              </a:rPr>
            </a:br>
            <a:r>
              <a:rPr lang="en-US" sz="1600" dirty="0">
                <a:solidFill>
                  <a:schemeClr val="accent1"/>
                </a:solidFill>
              </a:rPr>
              <a:t>Advisor</a:t>
            </a:r>
            <a:endParaRPr lang="en-US" sz="2400" dirty="0">
              <a:solidFill>
                <a:schemeClr val="accent1"/>
              </a:solidFill>
            </a:endParaRPr>
          </a:p>
        </p:txBody>
      </p:sp>
      <p:grpSp>
        <p:nvGrpSpPr>
          <p:cNvPr id="37" name="Group 36">
            <a:extLst>
              <a:ext uri="{FF2B5EF4-FFF2-40B4-BE49-F238E27FC236}">
                <a16:creationId xmlns:a16="http://schemas.microsoft.com/office/drawing/2014/main" id="{BCAC1A11-A307-1FB7-72C4-D76BFA593EAA}"/>
              </a:ext>
            </a:extLst>
          </p:cNvPr>
          <p:cNvGrpSpPr/>
          <p:nvPr/>
        </p:nvGrpSpPr>
        <p:grpSpPr>
          <a:xfrm>
            <a:off x="8997950" y="1349647"/>
            <a:ext cx="2222500" cy="2222500"/>
            <a:chOff x="9064711" y="736600"/>
            <a:chExt cx="2222500" cy="2222500"/>
          </a:xfrm>
        </p:grpSpPr>
        <p:sp>
          <p:nvSpPr>
            <p:cNvPr id="23" name="Oval 22">
              <a:extLst>
                <a:ext uri="{FF2B5EF4-FFF2-40B4-BE49-F238E27FC236}">
                  <a16:creationId xmlns:a16="http://schemas.microsoft.com/office/drawing/2014/main" id="{8CEDB895-2FFE-EB45-F4D8-2079DB10EA08}"/>
                </a:ext>
              </a:extLst>
            </p:cNvPr>
            <p:cNvSpPr/>
            <p:nvPr/>
          </p:nvSpPr>
          <p:spPr>
            <a:xfrm>
              <a:off x="9064711" y="736600"/>
              <a:ext cx="2222500" cy="22225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pic>
          <p:nvPicPr>
            <p:cNvPr id="24" name="Graphic 23" descr="User with solid fill">
              <a:extLst>
                <a:ext uri="{FF2B5EF4-FFF2-40B4-BE49-F238E27FC236}">
                  <a16:creationId xmlns:a16="http://schemas.microsoft.com/office/drawing/2014/main" id="{048811D1-D11C-8145-B7CB-6040634E30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94501" y="945427"/>
              <a:ext cx="1562921" cy="1562921"/>
            </a:xfrm>
            <a:prstGeom prst="rect">
              <a:avLst/>
            </a:prstGeom>
          </p:spPr>
        </p:pic>
        <p:sp>
          <p:nvSpPr>
            <p:cNvPr id="25" name="TextBox 24">
              <a:extLst>
                <a:ext uri="{FF2B5EF4-FFF2-40B4-BE49-F238E27FC236}">
                  <a16:creationId xmlns:a16="http://schemas.microsoft.com/office/drawing/2014/main" id="{F4D82D76-6BA8-0D17-EF73-77D5A5CB3636}"/>
                </a:ext>
              </a:extLst>
            </p:cNvPr>
            <p:cNvSpPr txBox="1"/>
            <p:nvPr/>
          </p:nvSpPr>
          <p:spPr>
            <a:xfrm>
              <a:off x="9569866" y="2264263"/>
              <a:ext cx="1212191" cy="584775"/>
            </a:xfrm>
            <a:prstGeom prst="rect">
              <a:avLst/>
            </a:prstGeom>
            <a:noFill/>
          </p:spPr>
          <p:txBody>
            <a:bodyPr wrap="square" rtlCol="0">
              <a:spAutoFit/>
            </a:bodyPr>
            <a:lstStyle/>
            <a:p>
              <a:pPr algn="ctr"/>
              <a:r>
                <a:rPr lang="en-US" sz="1600" dirty="0">
                  <a:solidFill>
                    <a:schemeClr val="accent1"/>
                  </a:solidFill>
                </a:rPr>
                <a:t>Project Manager</a:t>
              </a:r>
              <a:endParaRPr lang="en-US" sz="2400" dirty="0">
                <a:solidFill>
                  <a:schemeClr val="accent1"/>
                </a:solidFill>
              </a:endParaRPr>
            </a:p>
          </p:txBody>
        </p:sp>
      </p:grpSp>
    </p:spTree>
    <p:extLst>
      <p:ext uri="{BB962C8B-B14F-4D97-AF65-F5344CB8AC3E}">
        <p14:creationId xmlns:p14="http://schemas.microsoft.com/office/powerpoint/2010/main" val="1474210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A99C50-EA4C-39F6-A051-AF087943DEE8}"/>
              </a:ext>
            </a:extLst>
          </p:cNvPr>
          <p:cNvSpPr>
            <a:spLocks noGrp="1"/>
          </p:cNvSpPr>
          <p:nvPr>
            <p:ph idx="1"/>
          </p:nvPr>
        </p:nvSpPr>
        <p:spPr>
          <a:xfrm>
            <a:off x="2503711" y="1996139"/>
            <a:ext cx="8022769" cy="914400"/>
          </a:xfrm>
        </p:spPr>
        <p:txBody>
          <a:bodyPr>
            <a:normAutofit fontScale="92500" lnSpcReduction="10000"/>
          </a:bodyPr>
          <a:lstStyle/>
          <a:p>
            <a:pPr marL="0" indent="0">
              <a:buNone/>
            </a:pPr>
            <a:r>
              <a:rPr lang="en-US" sz="3600" b="1" dirty="0">
                <a:solidFill>
                  <a:schemeClr val="tx1"/>
                </a:solidFill>
              </a:rPr>
              <a:t>MENTOR-CS Framework</a:t>
            </a:r>
          </a:p>
          <a:p>
            <a:pPr marL="0" indent="0">
              <a:buNone/>
            </a:pPr>
            <a:r>
              <a:rPr lang="en-US" dirty="0">
                <a:solidFill>
                  <a:schemeClr val="accent1"/>
                </a:solidFill>
                <a:hlinkClick r:id="rId2">
                  <a:extLst>
                    <a:ext uri="{A12FA001-AC4F-418D-AE19-62706E023703}">
                      <ahyp:hlinkClr xmlns:ahyp="http://schemas.microsoft.com/office/drawing/2018/hyperlinkcolor" val="tx"/>
                    </a:ext>
                  </a:extLst>
                </a:hlinkClick>
              </a:rPr>
              <a:t>https://</a:t>
            </a:r>
            <a:r>
              <a:rPr lang="en-US" dirty="0" err="1">
                <a:solidFill>
                  <a:schemeClr val="accent1"/>
                </a:solidFill>
                <a:hlinkClick r:id="rId2">
                  <a:extLst>
                    <a:ext uri="{A12FA001-AC4F-418D-AE19-62706E023703}">
                      <ahyp:hlinkClr xmlns:ahyp="http://schemas.microsoft.com/office/drawing/2018/hyperlinkcolor" val="tx"/>
                    </a:ext>
                  </a:extLst>
                </a:hlinkClick>
              </a:rPr>
              <a:t>ieeexplore.ieee.org</a:t>
            </a:r>
            <a:r>
              <a:rPr lang="en-US" dirty="0">
                <a:solidFill>
                  <a:schemeClr val="accent1"/>
                </a:solidFill>
                <a:hlinkClick r:id="rId2">
                  <a:extLst>
                    <a:ext uri="{A12FA001-AC4F-418D-AE19-62706E023703}">
                      <ahyp:hlinkClr xmlns:ahyp="http://schemas.microsoft.com/office/drawing/2018/hyperlinkcolor" val="tx"/>
                    </a:ext>
                  </a:extLst>
                </a:hlinkClick>
              </a:rPr>
              <a:t>/document/11282544</a:t>
            </a:r>
            <a:endParaRPr lang="en-US" dirty="0">
              <a:solidFill>
                <a:schemeClr val="accent1"/>
              </a:solidFill>
            </a:endParaRPr>
          </a:p>
        </p:txBody>
      </p:sp>
      <p:sp>
        <p:nvSpPr>
          <p:cNvPr id="3" name="Title 2">
            <a:extLst>
              <a:ext uri="{FF2B5EF4-FFF2-40B4-BE49-F238E27FC236}">
                <a16:creationId xmlns:a16="http://schemas.microsoft.com/office/drawing/2014/main" id="{DCFC04A2-DF04-7C49-A264-FD61D256F6FC}"/>
              </a:ext>
            </a:extLst>
          </p:cNvPr>
          <p:cNvSpPr>
            <a:spLocks noGrp="1"/>
          </p:cNvSpPr>
          <p:nvPr>
            <p:ph type="title"/>
          </p:nvPr>
        </p:nvSpPr>
        <p:spPr/>
        <p:txBody>
          <a:bodyPr/>
          <a:lstStyle/>
          <a:p>
            <a:r>
              <a:rPr lang="en-US" dirty="0"/>
              <a:t>Further Reading</a:t>
            </a:r>
          </a:p>
        </p:txBody>
      </p:sp>
      <p:sp>
        <p:nvSpPr>
          <p:cNvPr id="12" name="Content Placeholder 1">
            <a:extLst>
              <a:ext uri="{FF2B5EF4-FFF2-40B4-BE49-F238E27FC236}">
                <a16:creationId xmlns:a16="http://schemas.microsoft.com/office/drawing/2014/main" id="{B8151C22-75F3-BABC-B263-6E70C94A6F5F}"/>
              </a:ext>
            </a:extLst>
          </p:cNvPr>
          <p:cNvSpPr txBox="1">
            <a:spLocks/>
          </p:cNvSpPr>
          <p:nvPr/>
        </p:nvSpPr>
        <p:spPr>
          <a:xfrm>
            <a:off x="2503712" y="3737853"/>
            <a:ext cx="8022769" cy="91440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b="0" kern="1200">
                <a:solidFill>
                  <a:srgbClr val="003057"/>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kern="1200">
                <a:solidFill>
                  <a:srgbClr val="003057"/>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kern="1200">
                <a:solidFill>
                  <a:srgbClr val="003057"/>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b="0" kern="1200">
                <a:solidFill>
                  <a:srgbClr val="003057"/>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b="0" kern="1200">
                <a:solidFill>
                  <a:srgbClr val="003057"/>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b="1" dirty="0">
                <a:solidFill>
                  <a:schemeClr val="tx1"/>
                </a:solidFill>
              </a:rPr>
              <a:t>FAIR-CS Framework</a:t>
            </a:r>
          </a:p>
          <a:p>
            <a:pPr marL="0" indent="0">
              <a:buNone/>
            </a:pPr>
            <a:r>
              <a:rPr lang="en-US" dirty="0">
                <a:solidFill>
                  <a:schemeClr val="accent1"/>
                </a:solidFill>
                <a:hlinkClick r:id="rId3">
                  <a:extLst>
                    <a:ext uri="{A12FA001-AC4F-418D-AE19-62706E023703}">
                      <ahyp:hlinkClr xmlns:ahyp="http://schemas.microsoft.com/office/drawing/2018/hyperlinkcolor" val="tx"/>
                    </a:ext>
                  </a:extLst>
                </a:hlinkClick>
              </a:rPr>
              <a:t>https://dl.acm.org/</a:t>
            </a:r>
            <a:r>
              <a:rPr lang="en-US" dirty="0" err="1">
                <a:solidFill>
                  <a:schemeClr val="accent1"/>
                </a:solidFill>
                <a:hlinkClick r:id="rId3">
                  <a:extLst>
                    <a:ext uri="{A12FA001-AC4F-418D-AE19-62706E023703}">
                      <ahyp:hlinkClr xmlns:ahyp="http://schemas.microsoft.com/office/drawing/2018/hyperlinkcolor" val="tx"/>
                    </a:ext>
                  </a:extLst>
                </a:hlinkClick>
              </a:rPr>
              <a:t>doi</a:t>
            </a:r>
            <a:r>
              <a:rPr lang="en-US" dirty="0">
                <a:solidFill>
                  <a:schemeClr val="accent1"/>
                </a:solidFill>
                <a:hlinkClick r:id="rId3">
                  <a:extLst>
                    <a:ext uri="{A12FA001-AC4F-418D-AE19-62706E023703}">
                      <ahyp:hlinkClr xmlns:ahyp="http://schemas.microsoft.com/office/drawing/2018/hyperlinkcolor" val="tx"/>
                    </a:ext>
                  </a:extLst>
                </a:hlinkClick>
              </a:rPr>
              <a:t>/full/10.1145/3708035.3736020</a:t>
            </a:r>
            <a:endParaRPr lang="en-US" dirty="0">
              <a:solidFill>
                <a:schemeClr val="accent1"/>
              </a:solidFill>
            </a:endParaRPr>
          </a:p>
        </p:txBody>
      </p:sp>
      <p:sp>
        <p:nvSpPr>
          <p:cNvPr id="14" name="Hexagon 13">
            <a:extLst>
              <a:ext uri="{FF2B5EF4-FFF2-40B4-BE49-F238E27FC236}">
                <a16:creationId xmlns:a16="http://schemas.microsoft.com/office/drawing/2014/main" id="{97DCE6BA-3373-8452-CED6-0BBF01B4EEA4}"/>
              </a:ext>
            </a:extLst>
          </p:cNvPr>
          <p:cNvSpPr/>
          <p:nvPr/>
        </p:nvSpPr>
        <p:spPr>
          <a:xfrm>
            <a:off x="682498" y="1719944"/>
            <a:ext cx="1701478" cy="1466791"/>
          </a:xfrm>
          <a:prstGeom prst="hexagon">
            <a:avLst/>
          </a:prstGeom>
          <a:solidFill>
            <a:srgbClr val="B3A369"/>
          </a:solidFill>
          <a:ln>
            <a:solidFill>
              <a:srgbClr val="85743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Document outline">
            <a:extLst>
              <a:ext uri="{FF2B5EF4-FFF2-40B4-BE49-F238E27FC236}">
                <a16:creationId xmlns:a16="http://schemas.microsoft.com/office/drawing/2014/main" id="{EA7F7F6F-550E-7405-67D0-D7720678C0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5151" y="1996139"/>
            <a:ext cx="914400" cy="914400"/>
          </a:xfrm>
          <a:prstGeom prst="rect">
            <a:avLst/>
          </a:prstGeom>
        </p:spPr>
      </p:pic>
      <p:sp>
        <p:nvSpPr>
          <p:cNvPr id="17" name="Hexagon 16">
            <a:extLst>
              <a:ext uri="{FF2B5EF4-FFF2-40B4-BE49-F238E27FC236}">
                <a16:creationId xmlns:a16="http://schemas.microsoft.com/office/drawing/2014/main" id="{644E5362-5853-2360-9C22-0B0C79259FEC}"/>
              </a:ext>
            </a:extLst>
          </p:cNvPr>
          <p:cNvSpPr/>
          <p:nvPr/>
        </p:nvSpPr>
        <p:spPr>
          <a:xfrm>
            <a:off x="660726" y="3461658"/>
            <a:ext cx="1701478" cy="1466791"/>
          </a:xfrm>
          <a:prstGeom prst="hexagon">
            <a:avLst/>
          </a:prstGeom>
          <a:solidFill>
            <a:srgbClr val="B3A369"/>
          </a:solidFill>
          <a:ln>
            <a:solidFill>
              <a:srgbClr val="85743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descr="Document outline">
            <a:extLst>
              <a:ext uri="{FF2B5EF4-FFF2-40B4-BE49-F238E27FC236}">
                <a16:creationId xmlns:a16="http://schemas.microsoft.com/office/drawing/2014/main" id="{6A86344F-E165-C0CA-FE70-6FE40B8F20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3379" y="3737853"/>
            <a:ext cx="914400" cy="914400"/>
          </a:xfrm>
          <a:prstGeom prst="rect">
            <a:avLst/>
          </a:prstGeom>
        </p:spPr>
      </p:pic>
    </p:spTree>
    <p:extLst>
      <p:ext uri="{BB962C8B-B14F-4D97-AF65-F5344CB8AC3E}">
        <p14:creationId xmlns:p14="http://schemas.microsoft.com/office/powerpoint/2010/main" val="3069015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A21A1-49AB-0CE4-4650-35B71D55EEC7}"/>
              </a:ext>
            </a:extLst>
          </p:cNvPr>
          <p:cNvSpPr>
            <a:spLocks noGrp="1"/>
          </p:cNvSpPr>
          <p:nvPr>
            <p:ph type="title"/>
          </p:nvPr>
        </p:nvSpPr>
        <p:spPr/>
        <p:txBody>
          <a:bodyPr/>
          <a:lstStyle/>
          <a:p>
            <a:r>
              <a:rPr lang="en-US" dirty="0"/>
              <a:t>Class Overview</a:t>
            </a:r>
          </a:p>
        </p:txBody>
      </p:sp>
    </p:spTree>
    <p:extLst>
      <p:ext uri="{BB962C8B-B14F-4D97-AF65-F5344CB8AC3E}">
        <p14:creationId xmlns:p14="http://schemas.microsoft.com/office/powerpoint/2010/main" val="1702488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8CB2B0A-E6D6-AABF-7025-FA82ACD0A66E}"/>
              </a:ext>
            </a:extLst>
          </p:cNvPr>
          <p:cNvSpPr>
            <a:spLocks noGrp="1"/>
          </p:cNvSpPr>
          <p:nvPr>
            <p:ph type="title"/>
          </p:nvPr>
        </p:nvSpPr>
        <p:spPr/>
        <p:txBody>
          <a:bodyPr/>
          <a:lstStyle/>
          <a:p>
            <a:r>
              <a:rPr lang="en-US" dirty="0"/>
              <a:t>Core Class Components</a:t>
            </a:r>
          </a:p>
        </p:txBody>
      </p:sp>
      <p:sp>
        <p:nvSpPr>
          <p:cNvPr id="4" name="Rectangle 3">
            <a:extLst>
              <a:ext uri="{FF2B5EF4-FFF2-40B4-BE49-F238E27FC236}">
                <a16:creationId xmlns:a16="http://schemas.microsoft.com/office/drawing/2014/main" id="{1C22CE02-81C1-6ACF-8F52-D2FD231E8486}"/>
              </a:ext>
            </a:extLst>
          </p:cNvPr>
          <p:cNvSpPr/>
          <p:nvPr/>
        </p:nvSpPr>
        <p:spPr>
          <a:xfrm>
            <a:off x="1617091" y="2274220"/>
            <a:ext cx="2695690" cy="3228678"/>
          </a:xfrm>
          <a:prstGeom prst="rect">
            <a:avLst/>
          </a:prstGeom>
          <a:ln>
            <a:solidFill>
              <a:schemeClr val="bg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DB8F823A-7C25-34CF-2E51-E4457F5994FC}"/>
              </a:ext>
            </a:extLst>
          </p:cNvPr>
          <p:cNvSpPr/>
          <p:nvPr/>
        </p:nvSpPr>
        <p:spPr>
          <a:xfrm>
            <a:off x="1617091" y="1777565"/>
            <a:ext cx="2695689" cy="55228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360AD77-4C13-E834-05E6-1729399995E8}"/>
              </a:ext>
            </a:extLst>
          </p:cNvPr>
          <p:cNvSpPr txBox="1"/>
          <p:nvPr/>
        </p:nvSpPr>
        <p:spPr>
          <a:xfrm>
            <a:off x="1845738" y="2474035"/>
            <a:ext cx="2299049" cy="2893100"/>
          </a:xfrm>
          <a:prstGeom prst="rect">
            <a:avLst/>
          </a:prstGeom>
          <a:noFill/>
        </p:spPr>
        <p:txBody>
          <a:bodyPr wrap="square" rtlCol="0">
            <a:spAutoFit/>
          </a:bodyPr>
          <a:lstStyle/>
          <a:p>
            <a:r>
              <a:rPr lang="en-US" sz="1400" b="0" i="0" dirty="0">
                <a:solidFill>
                  <a:srgbClr val="000000"/>
                </a:solidFill>
                <a:effectLst/>
                <a:latin typeface="Roboto" panose="02000000000000000000" pitchFamily="2" charset="0"/>
                <a:ea typeface="Roboto" panose="02000000000000000000" pitchFamily="2" charset="0"/>
                <a:cs typeface="Roboto" panose="02000000000000000000" pitchFamily="2" charset="0"/>
              </a:rPr>
              <a:t>This class meets weekly synchronously. </a:t>
            </a:r>
            <a:r>
              <a:rPr lang="en-US" sz="1400" dirty="0">
                <a:solidFill>
                  <a:srgbClr val="000000"/>
                </a:solidFill>
                <a:latin typeface="Roboto" panose="02000000000000000000" pitchFamily="2" charset="0"/>
                <a:ea typeface="Roboto" panose="02000000000000000000" pitchFamily="2" charset="0"/>
                <a:cs typeface="Roboto" panose="02000000000000000000" pitchFamily="2" charset="0"/>
              </a:rPr>
              <a:t>This time is used for course announcements and live problem-solving and collaboration with other managers related to your operations and initiatives.</a:t>
            </a:r>
          </a:p>
          <a:p>
            <a:endParaRPr lang="en-US" sz="1400" dirty="0">
              <a:solidFill>
                <a:srgbClr val="000000"/>
              </a:solidFill>
              <a:latin typeface="Roboto" panose="02000000000000000000" pitchFamily="2" charset="0"/>
              <a:ea typeface="Roboto" panose="02000000000000000000" pitchFamily="2" charset="0"/>
              <a:cs typeface="Roboto" panose="02000000000000000000" pitchFamily="2" charset="0"/>
            </a:endParaRPr>
          </a:p>
          <a:p>
            <a:r>
              <a:rPr lang="en-US" sz="1400" dirty="0">
                <a:solidFill>
                  <a:srgbClr val="000000"/>
                </a:solidFill>
                <a:latin typeface="Roboto" panose="02000000000000000000" pitchFamily="2" charset="0"/>
                <a:ea typeface="Roboto" panose="02000000000000000000" pitchFamily="2" charset="0"/>
                <a:cs typeface="Roboto" panose="02000000000000000000" pitchFamily="2" charset="0"/>
              </a:rPr>
              <a:t>Students unable to attend the live session will need to watch the recording and complete a short write-up.</a:t>
            </a:r>
            <a:endParaRPr lang="en-US" sz="1400"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6E8D95BE-1103-60CE-D86D-D41557D3638F}"/>
              </a:ext>
            </a:extLst>
          </p:cNvPr>
          <p:cNvSpPr txBox="1"/>
          <p:nvPr/>
        </p:nvSpPr>
        <p:spPr>
          <a:xfrm>
            <a:off x="1845738" y="1891399"/>
            <a:ext cx="2167467" cy="369332"/>
          </a:xfrm>
          <a:prstGeom prst="rect">
            <a:avLst/>
          </a:prstGeom>
          <a:noFill/>
        </p:spPr>
        <p:txBody>
          <a:bodyPr wrap="square" rtlCol="0">
            <a:spAutoFit/>
          </a:bodyPr>
          <a:lstStyle/>
          <a:p>
            <a:r>
              <a:rPr lang="en-US" b="1" i="0" dirty="0">
                <a:solidFill>
                  <a:schemeClr val="bg1"/>
                </a:solidFill>
                <a:effectLst/>
                <a:latin typeface="Roboto Slab" pitchFamily="2" charset="0"/>
                <a:ea typeface="Roboto Slab" pitchFamily="2" charset="0"/>
              </a:rPr>
              <a:t>Live Sessions</a:t>
            </a:r>
            <a:endParaRPr lang="en-US" b="1" dirty="0">
              <a:solidFill>
                <a:schemeClr val="bg1"/>
              </a:solidFill>
              <a:latin typeface="Roboto Slab" pitchFamily="2" charset="0"/>
              <a:ea typeface="Roboto Slab" pitchFamily="2" charset="0"/>
            </a:endParaRPr>
          </a:p>
        </p:txBody>
      </p:sp>
      <p:sp>
        <p:nvSpPr>
          <p:cNvPr id="8" name="Rectangle 7">
            <a:extLst>
              <a:ext uri="{FF2B5EF4-FFF2-40B4-BE49-F238E27FC236}">
                <a16:creationId xmlns:a16="http://schemas.microsoft.com/office/drawing/2014/main" id="{A3BF2FCF-7A30-4985-F407-F79CD5EC1F2C}"/>
              </a:ext>
            </a:extLst>
          </p:cNvPr>
          <p:cNvSpPr/>
          <p:nvPr/>
        </p:nvSpPr>
        <p:spPr>
          <a:xfrm>
            <a:off x="4579354" y="2274220"/>
            <a:ext cx="2695690" cy="3228678"/>
          </a:xfrm>
          <a:prstGeom prst="rect">
            <a:avLst/>
          </a:prstGeom>
          <a:ln>
            <a:solidFill>
              <a:schemeClr val="bg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0ED8D33A-EE9F-8963-2894-5CAD284F0F6F}"/>
              </a:ext>
            </a:extLst>
          </p:cNvPr>
          <p:cNvSpPr/>
          <p:nvPr/>
        </p:nvSpPr>
        <p:spPr>
          <a:xfrm>
            <a:off x="4579354" y="1777565"/>
            <a:ext cx="2695689" cy="55228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94C72FA-47EC-7F73-A820-A7BD654AE7F5}"/>
              </a:ext>
            </a:extLst>
          </p:cNvPr>
          <p:cNvSpPr txBox="1"/>
          <p:nvPr/>
        </p:nvSpPr>
        <p:spPr>
          <a:xfrm>
            <a:off x="4763038" y="2474035"/>
            <a:ext cx="2299049" cy="2893100"/>
          </a:xfrm>
          <a:prstGeom prst="rect">
            <a:avLst/>
          </a:prstGeom>
          <a:noFill/>
        </p:spPr>
        <p:txBody>
          <a:bodyPr wrap="square" rtlCol="0">
            <a:spAutoFit/>
          </a:bodyPr>
          <a:lstStyle/>
          <a:p>
            <a:r>
              <a:rPr lang="en-US" sz="1400" b="0" i="0" dirty="0">
                <a:solidFill>
                  <a:srgbClr val="000000"/>
                </a:solidFill>
                <a:effectLst/>
                <a:latin typeface="Roboto" panose="02000000000000000000" pitchFamily="2" charset="0"/>
                <a:ea typeface="Roboto" panose="02000000000000000000" pitchFamily="2" charset="0"/>
                <a:cs typeface="Roboto" panose="02000000000000000000" pitchFamily="2" charset="0"/>
              </a:rPr>
              <a:t>The operations portion of this course captures the work you do with your research team. This includes reviewing your researchers’ weekly reports and surfacing any issues that arise. </a:t>
            </a:r>
          </a:p>
          <a:p>
            <a:endParaRPr lang="en-US" sz="1400" dirty="0">
              <a:solidFill>
                <a:srgbClr val="000000"/>
              </a:solidFill>
              <a:latin typeface="Roboto" panose="02000000000000000000" pitchFamily="2" charset="0"/>
              <a:ea typeface="Roboto" panose="02000000000000000000" pitchFamily="2" charset="0"/>
              <a:cs typeface="Roboto" panose="02000000000000000000" pitchFamily="2" charset="0"/>
            </a:endParaRPr>
          </a:p>
          <a:p>
            <a:r>
              <a:rPr lang="en-US" sz="1400" dirty="0">
                <a:solidFill>
                  <a:srgbClr val="000000"/>
                </a:solidFill>
                <a:latin typeface="Roboto" panose="02000000000000000000" pitchFamily="2" charset="0"/>
                <a:ea typeface="Roboto" panose="02000000000000000000" pitchFamily="2" charset="0"/>
                <a:cs typeface="Roboto" panose="02000000000000000000" pitchFamily="2" charset="0"/>
              </a:rPr>
              <a:t>We encourage you to select a team where you can attend their biweekly meetings. </a:t>
            </a:r>
            <a:endParaRPr lang="en-US" sz="1400" dirty="0">
              <a:latin typeface="Roboto" panose="02000000000000000000" pitchFamily="2" charset="0"/>
              <a:ea typeface="Roboto" panose="02000000000000000000" pitchFamily="2" charset="0"/>
              <a:cs typeface="Roboto" panose="02000000000000000000" pitchFamily="2" charset="0"/>
            </a:endParaRPr>
          </a:p>
        </p:txBody>
      </p:sp>
      <p:sp>
        <p:nvSpPr>
          <p:cNvPr id="11" name="Rectangle 10">
            <a:extLst>
              <a:ext uri="{FF2B5EF4-FFF2-40B4-BE49-F238E27FC236}">
                <a16:creationId xmlns:a16="http://schemas.microsoft.com/office/drawing/2014/main" id="{A8933FBD-F65D-1EDC-2264-9AA4B51D2DDB}"/>
              </a:ext>
            </a:extLst>
          </p:cNvPr>
          <p:cNvSpPr/>
          <p:nvPr/>
        </p:nvSpPr>
        <p:spPr>
          <a:xfrm>
            <a:off x="7541616" y="2264311"/>
            <a:ext cx="2695690" cy="3228678"/>
          </a:xfrm>
          <a:prstGeom prst="rect">
            <a:avLst/>
          </a:prstGeom>
          <a:ln>
            <a:solidFill>
              <a:schemeClr val="bg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5DB790F3-1FCC-18F1-CFC4-7C0106BFAA77}"/>
              </a:ext>
            </a:extLst>
          </p:cNvPr>
          <p:cNvSpPr/>
          <p:nvPr/>
        </p:nvSpPr>
        <p:spPr>
          <a:xfrm>
            <a:off x="7541616" y="1776804"/>
            <a:ext cx="2695689" cy="55228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502914D-A7D6-E050-90C6-2603BCD12C86}"/>
              </a:ext>
            </a:extLst>
          </p:cNvPr>
          <p:cNvSpPr txBox="1"/>
          <p:nvPr/>
        </p:nvSpPr>
        <p:spPr>
          <a:xfrm>
            <a:off x="7725300" y="2464126"/>
            <a:ext cx="2299049" cy="2677656"/>
          </a:xfrm>
          <a:prstGeom prst="rect">
            <a:avLst/>
          </a:prstGeom>
          <a:noFill/>
        </p:spPr>
        <p:txBody>
          <a:bodyPr wrap="square" rtlCol="0">
            <a:spAutoFit/>
          </a:bodyPr>
          <a:lstStyle/>
          <a:p>
            <a:r>
              <a:rPr lang="en-US" sz="1400" b="0" i="0" dirty="0">
                <a:solidFill>
                  <a:srgbClr val="000000"/>
                </a:solidFill>
                <a:effectLst/>
                <a:latin typeface="Roboto" panose="02000000000000000000" pitchFamily="2" charset="0"/>
                <a:ea typeface="Roboto" panose="02000000000000000000" pitchFamily="2" charset="0"/>
                <a:cs typeface="Roboto" panose="02000000000000000000" pitchFamily="2" charset="0"/>
              </a:rPr>
              <a:t>The initiative component allows students to define and improve processes within HAAG such as high-performance computing, recruitment, collaboration, engagement, faculty relations, and tracking.</a:t>
            </a:r>
          </a:p>
          <a:p>
            <a:endParaRPr lang="en-US" sz="1400" dirty="0">
              <a:solidFill>
                <a:srgbClr val="000000"/>
              </a:solidFill>
              <a:latin typeface="Roboto" panose="02000000000000000000" pitchFamily="2" charset="0"/>
              <a:ea typeface="Roboto" panose="02000000000000000000" pitchFamily="2" charset="0"/>
              <a:cs typeface="Roboto" panose="02000000000000000000" pitchFamily="2" charset="0"/>
            </a:endParaRPr>
          </a:p>
          <a:p>
            <a:r>
              <a:rPr lang="en-US" sz="1400" dirty="0">
                <a:solidFill>
                  <a:srgbClr val="000000"/>
                </a:solidFill>
                <a:latin typeface="Roboto" panose="02000000000000000000" pitchFamily="2" charset="0"/>
                <a:ea typeface="Roboto" panose="02000000000000000000" pitchFamily="2" charset="0"/>
                <a:cs typeface="Roboto" panose="02000000000000000000" pitchFamily="2" charset="0"/>
              </a:rPr>
              <a:t>This portion of the course will be introduced in more detail later in the term. </a:t>
            </a:r>
            <a:endParaRPr lang="en-US" sz="1400" dirty="0">
              <a:latin typeface="Roboto" panose="02000000000000000000" pitchFamily="2" charset="0"/>
              <a:ea typeface="Roboto" panose="02000000000000000000" pitchFamily="2" charset="0"/>
              <a:cs typeface="Roboto" panose="02000000000000000000" pitchFamily="2" charset="0"/>
            </a:endParaRPr>
          </a:p>
        </p:txBody>
      </p:sp>
      <p:sp>
        <p:nvSpPr>
          <p:cNvPr id="14" name="TextBox 13">
            <a:extLst>
              <a:ext uri="{FF2B5EF4-FFF2-40B4-BE49-F238E27FC236}">
                <a16:creationId xmlns:a16="http://schemas.microsoft.com/office/drawing/2014/main" id="{F7BB5CC7-F512-2041-68DE-5031074A1C31}"/>
              </a:ext>
            </a:extLst>
          </p:cNvPr>
          <p:cNvSpPr txBox="1"/>
          <p:nvPr/>
        </p:nvSpPr>
        <p:spPr>
          <a:xfrm>
            <a:off x="4763038" y="1902686"/>
            <a:ext cx="2167467" cy="369332"/>
          </a:xfrm>
          <a:prstGeom prst="rect">
            <a:avLst/>
          </a:prstGeom>
          <a:noFill/>
        </p:spPr>
        <p:txBody>
          <a:bodyPr wrap="square" rtlCol="0">
            <a:spAutoFit/>
          </a:bodyPr>
          <a:lstStyle/>
          <a:p>
            <a:r>
              <a:rPr lang="en-US" b="1" i="0" dirty="0">
                <a:solidFill>
                  <a:schemeClr val="bg1"/>
                </a:solidFill>
                <a:effectLst/>
                <a:latin typeface="Roboto Slab" pitchFamily="2" charset="0"/>
                <a:ea typeface="Roboto Slab" pitchFamily="2" charset="0"/>
              </a:rPr>
              <a:t>Operations</a:t>
            </a:r>
            <a:endParaRPr lang="en-US" b="1" dirty="0">
              <a:solidFill>
                <a:schemeClr val="bg1"/>
              </a:solidFill>
              <a:latin typeface="Roboto Slab" pitchFamily="2" charset="0"/>
              <a:ea typeface="Roboto Slab" pitchFamily="2" charset="0"/>
            </a:endParaRPr>
          </a:p>
        </p:txBody>
      </p:sp>
      <p:sp>
        <p:nvSpPr>
          <p:cNvPr id="15" name="TextBox 14">
            <a:extLst>
              <a:ext uri="{FF2B5EF4-FFF2-40B4-BE49-F238E27FC236}">
                <a16:creationId xmlns:a16="http://schemas.microsoft.com/office/drawing/2014/main" id="{6F08CF3A-AA3C-0DC9-DC76-35847559B778}"/>
              </a:ext>
            </a:extLst>
          </p:cNvPr>
          <p:cNvSpPr txBox="1"/>
          <p:nvPr/>
        </p:nvSpPr>
        <p:spPr>
          <a:xfrm>
            <a:off x="7725300" y="1887986"/>
            <a:ext cx="2167467" cy="369332"/>
          </a:xfrm>
          <a:prstGeom prst="rect">
            <a:avLst/>
          </a:prstGeom>
          <a:noFill/>
        </p:spPr>
        <p:txBody>
          <a:bodyPr wrap="square" rtlCol="0">
            <a:spAutoFit/>
          </a:bodyPr>
          <a:lstStyle/>
          <a:p>
            <a:r>
              <a:rPr lang="en-US" b="1" dirty="0">
                <a:solidFill>
                  <a:schemeClr val="bg1"/>
                </a:solidFill>
                <a:latin typeface="Roboto Slab" pitchFamily="2" charset="0"/>
                <a:ea typeface="Roboto Slab" pitchFamily="2" charset="0"/>
              </a:rPr>
              <a:t>Initiative</a:t>
            </a:r>
          </a:p>
        </p:txBody>
      </p:sp>
      <p:sp>
        <p:nvSpPr>
          <p:cNvPr id="16" name="TextBox 15">
            <a:extLst>
              <a:ext uri="{FF2B5EF4-FFF2-40B4-BE49-F238E27FC236}">
                <a16:creationId xmlns:a16="http://schemas.microsoft.com/office/drawing/2014/main" id="{576A09DD-2914-D581-4F3A-C751EA04AE33}"/>
              </a:ext>
            </a:extLst>
          </p:cNvPr>
          <p:cNvSpPr txBox="1"/>
          <p:nvPr/>
        </p:nvSpPr>
        <p:spPr>
          <a:xfrm>
            <a:off x="511629" y="6195613"/>
            <a:ext cx="8730343" cy="461665"/>
          </a:xfrm>
          <a:prstGeom prst="rect">
            <a:avLst/>
          </a:prstGeom>
          <a:noFill/>
        </p:spPr>
        <p:txBody>
          <a:bodyPr wrap="square">
            <a:spAutoFit/>
          </a:bodyPr>
          <a:lstStyle/>
          <a:p>
            <a:pPr algn="l"/>
            <a:r>
              <a:rPr lang="en-US" sz="1200" b="0" i="1" dirty="0">
                <a:solidFill>
                  <a:schemeClr val="accent3"/>
                </a:solidFill>
                <a:effectLst/>
                <a:latin typeface="-apple-system"/>
              </a:rPr>
              <a:t>Create a "teaching guide" with bullet points, examples, and practice problems that would use to explains 3 concepts covered in this class. You may validate these concept with external resources, but you must provide the source.</a:t>
            </a:r>
            <a:endParaRPr lang="en-US" sz="1200" b="0" i="0" dirty="0">
              <a:solidFill>
                <a:schemeClr val="accent3"/>
              </a:solidFill>
              <a:effectLst/>
              <a:latin typeface="-apple-system"/>
            </a:endParaRPr>
          </a:p>
        </p:txBody>
      </p:sp>
      <p:cxnSp>
        <p:nvCxnSpPr>
          <p:cNvPr id="18" name="Curved Connector 17">
            <a:extLst>
              <a:ext uri="{FF2B5EF4-FFF2-40B4-BE49-F238E27FC236}">
                <a16:creationId xmlns:a16="http://schemas.microsoft.com/office/drawing/2014/main" id="{DDED8C61-56ED-4DBD-3FFF-4199D65FFBA4}"/>
              </a:ext>
            </a:extLst>
          </p:cNvPr>
          <p:cNvCxnSpPr>
            <a:cxnSpLocks/>
            <a:stCxn id="4" idx="2"/>
            <a:endCxn id="16" idx="1"/>
          </p:cNvCxnSpPr>
          <p:nvPr/>
        </p:nvCxnSpPr>
        <p:spPr>
          <a:xfrm rot="5400000">
            <a:off x="1276509" y="4738019"/>
            <a:ext cx="923548" cy="2453307"/>
          </a:xfrm>
          <a:prstGeom prst="curvedConnector4">
            <a:avLst>
              <a:gd name="adj1" fmla="val 37503"/>
              <a:gd name="adj2" fmla="val 109318"/>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5134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5009B9-BB26-DA8B-464E-38258BD0E798}"/>
              </a:ext>
            </a:extLst>
          </p:cNvPr>
          <p:cNvSpPr>
            <a:spLocks noGrp="1"/>
          </p:cNvSpPr>
          <p:nvPr>
            <p:ph idx="1"/>
          </p:nvPr>
        </p:nvSpPr>
        <p:spPr/>
        <p:txBody>
          <a:bodyPr/>
          <a:lstStyle/>
          <a:p>
            <a:r>
              <a:rPr lang="en-US" b="1" dirty="0"/>
              <a:t>Slack</a:t>
            </a:r>
            <a:r>
              <a:rPr lang="en-US" dirty="0"/>
              <a:t> is the primary mechanism for communication</a:t>
            </a:r>
          </a:p>
          <a:p>
            <a:pPr lvl="1"/>
            <a:r>
              <a:rPr lang="en-US" dirty="0"/>
              <a:t>#</a:t>
            </a:r>
            <a:r>
              <a:rPr lang="en-US" dirty="0" err="1"/>
              <a:t>mgt_and_leadership</a:t>
            </a:r>
            <a:r>
              <a:rPr lang="en-US" dirty="0"/>
              <a:t> is the primary channel for this course</a:t>
            </a:r>
          </a:p>
          <a:p>
            <a:pPr lvl="1"/>
            <a:r>
              <a:rPr lang="en-US" dirty="0"/>
              <a:t>Once you join a research group, TAs will ensure you’re added to that channel as well</a:t>
            </a:r>
          </a:p>
          <a:p>
            <a:r>
              <a:rPr lang="en-US" b="1" dirty="0"/>
              <a:t>Canvas</a:t>
            </a:r>
            <a:r>
              <a:rPr lang="en-US" dirty="0"/>
              <a:t> is used only to track grades</a:t>
            </a:r>
          </a:p>
          <a:p>
            <a:r>
              <a:rPr lang="en-US" dirty="0"/>
              <a:t>Assignments are delivered and submitted via links in the </a:t>
            </a:r>
            <a:r>
              <a:rPr lang="en-US" b="1" dirty="0"/>
              <a:t>Manager Signup Spreadsheet</a:t>
            </a:r>
          </a:p>
          <a:p>
            <a:r>
              <a:rPr lang="en-US" b="1" dirty="0"/>
              <a:t>Microsoft Teams</a:t>
            </a:r>
            <a:r>
              <a:rPr lang="en-US" dirty="0"/>
              <a:t> is used for the course's synchronous meetings. These sessions are recorded and are available in the Microsoft Teams Chat once they finish processing.</a:t>
            </a:r>
          </a:p>
        </p:txBody>
      </p:sp>
      <p:sp>
        <p:nvSpPr>
          <p:cNvPr id="3" name="Title 2">
            <a:extLst>
              <a:ext uri="{FF2B5EF4-FFF2-40B4-BE49-F238E27FC236}">
                <a16:creationId xmlns:a16="http://schemas.microsoft.com/office/drawing/2014/main" id="{97E212FD-6359-D6F8-5A1C-4D7C046B3132}"/>
              </a:ext>
            </a:extLst>
          </p:cNvPr>
          <p:cNvSpPr>
            <a:spLocks noGrp="1"/>
          </p:cNvSpPr>
          <p:nvPr>
            <p:ph type="title"/>
          </p:nvPr>
        </p:nvSpPr>
        <p:spPr/>
        <p:txBody>
          <a:bodyPr/>
          <a:lstStyle/>
          <a:p>
            <a:r>
              <a:rPr lang="en-US" dirty="0"/>
              <a:t>Course Technologies</a:t>
            </a:r>
          </a:p>
        </p:txBody>
      </p:sp>
    </p:spTree>
    <p:extLst>
      <p:ext uri="{BB962C8B-B14F-4D97-AF65-F5344CB8AC3E}">
        <p14:creationId xmlns:p14="http://schemas.microsoft.com/office/powerpoint/2010/main" val="2952562108"/>
      </p:ext>
    </p:extLst>
  </p:cSld>
  <p:clrMapOvr>
    <a:masterClrMapping/>
  </p:clrMapOvr>
</p:sld>
</file>

<file path=ppt/theme/theme1.xml><?xml version="1.0" encoding="utf-8"?>
<a:theme xmlns:a="http://schemas.openxmlformats.org/drawingml/2006/main" name="Title Page">
  <a:themeElements>
    <a:clrScheme name="Custom 1">
      <a:dk1>
        <a:srgbClr val="003057"/>
      </a:dk1>
      <a:lt1>
        <a:srgbClr val="FFFFFF"/>
      </a:lt1>
      <a:dk2>
        <a:srgbClr val="545859"/>
      </a:dk2>
      <a:lt2>
        <a:srgbClr val="D6DBD3"/>
      </a:lt2>
      <a:accent1>
        <a:srgbClr val="B3A369"/>
      </a:accent1>
      <a:accent2>
        <a:srgbClr val="64CCC9"/>
      </a:accent2>
      <a:accent3>
        <a:srgbClr val="A3D233"/>
      </a:accent3>
      <a:accent4>
        <a:srgbClr val="EAAA00"/>
      </a:accent4>
      <a:accent5>
        <a:srgbClr val="008C95"/>
      </a:accent5>
      <a:accent6>
        <a:srgbClr val="7800FF"/>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orgia-tech-ppt-2022-rev" id="{71DE705D-3853-434C-8584-E47D9C88DDBD}" vid="{A9BA7F24-1058-9B45-A0B8-916239CD3456}"/>
    </a:ext>
  </a:extLst>
</a:theme>
</file>

<file path=ppt/theme/theme2.xml><?xml version="1.0" encoding="utf-8"?>
<a:theme xmlns:a="http://schemas.openxmlformats.org/drawingml/2006/main" name="Dividers">
  <a:themeElements>
    <a:clrScheme name="GA Tech 2021">
      <a:dk1>
        <a:srgbClr val="003057"/>
      </a:dk1>
      <a:lt1>
        <a:srgbClr val="FFFFFF"/>
      </a:lt1>
      <a:dk2>
        <a:srgbClr val="545859"/>
      </a:dk2>
      <a:lt2>
        <a:srgbClr val="D6DBD3"/>
      </a:lt2>
      <a:accent1>
        <a:srgbClr val="EAAA00"/>
      </a:accent1>
      <a:accent2>
        <a:srgbClr val="64CCC9"/>
      </a:accent2>
      <a:accent3>
        <a:srgbClr val="A3D233"/>
      </a:accent3>
      <a:accent4>
        <a:srgbClr val="7800FF"/>
      </a:accent4>
      <a:accent5>
        <a:srgbClr val="008C95"/>
      </a:accent5>
      <a:accent6>
        <a:srgbClr val="E04F38"/>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orgia-tech-ppt-2022-rev" id="{71DE705D-3853-434C-8584-E47D9C88DDBD}" vid="{4874D3F6-6102-E94D-A59E-9492B505D4C9}"/>
    </a:ext>
  </a:extLst>
</a:theme>
</file>

<file path=ppt/theme/theme3.xml><?xml version="1.0" encoding="utf-8"?>
<a:theme xmlns:a="http://schemas.openxmlformats.org/drawingml/2006/main" name="Content Page">
  <a:themeElements>
    <a:clrScheme name="GT Theme">
      <a:dk1>
        <a:srgbClr val="003057"/>
      </a:dk1>
      <a:lt1>
        <a:srgbClr val="FFFFFF"/>
      </a:lt1>
      <a:dk2>
        <a:srgbClr val="545859"/>
      </a:dk2>
      <a:lt2>
        <a:srgbClr val="D6DBD3"/>
      </a:lt2>
      <a:accent1>
        <a:srgbClr val="B3A369"/>
      </a:accent1>
      <a:accent2>
        <a:srgbClr val="003057"/>
      </a:accent2>
      <a:accent3>
        <a:srgbClr val="54585A"/>
      </a:accent3>
      <a:accent4>
        <a:srgbClr val="D6DBD4"/>
      </a:accent4>
      <a:accent5>
        <a:srgbClr val="F9F6E5"/>
      </a:accent5>
      <a:accent6>
        <a:srgbClr val="EAAA00"/>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rgia-tech-ppt-2022-rev" id="{71DE705D-3853-434C-8584-E47D9C88DDBD}" vid="{284A7581-F3C1-5249-A600-AE437288C07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Title Page</Template>
  <TotalTime>9255</TotalTime>
  <Words>663</Words>
  <Application>Microsoft Macintosh PowerPoint</Application>
  <PresentationFormat>Widescreen</PresentationFormat>
  <Paragraphs>62</Paragraphs>
  <Slides>10</Slides>
  <Notes>3</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10</vt:i4>
      </vt:variant>
    </vt:vector>
  </HeadingPairs>
  <TitlesOfParts>
    <vt:vector size="18" baseType="lpstr">
      <vt:lpstr>Roboto Slab</vt:lpstr>
      <vt:lpstr>Arial</vt:lpstr>
      <vt:lpstr>-apple-system</vt:lpstr>
      <vt:lpstr>Roboto</vt:lpstr>
      <vt:lpstr>Calibri</vt:lpstr>
      <vt:lpstr>Title Page</vt:lpstr>
      <vt:lpstr>Dividers</vt:lpstr>
      <vt:lpstr>Content Page</vt:lpstr>
      <vt:lpstr>Manager Onboarding</vt:lpstr>
      <vt:lpstr>Introduction to HAAG</vt:lpstr>
      <vt:lpstr>Human-Augmented Analytics Group (HAAG)</vt:lpstr>
      <vt:lpstr>HAAG’S Mission</vt:lpstr>
      <vt:lpstr>HAAG Roles</vt:lpstr>
      <vt:lpstr>Research Teams</vt:lpstr>
      <vt:lpstr>Further Reading</vt:lpstr>
      <vt:lpstr>Class Overview</vt:lpstr>
      <vt:lpstr>Core Class Components</vt:lpstr>
      <vt:lpstr>Course Technologies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Accuardi, Alexa</dc:creator>
  <cp:lastModifiedBy>Accuardi, Alexa</cp:lastModifiedBy>
  <cp:revision>3</cp:revision>
  <dcterms:created xsi:type="dcterms:W3CDTF">2026-04-10T00:24:20Z</dcterms:created>
  <dcterms:modified xsi:type="dcterms:W3CDTF">2026-04-30T05:02:54Z</dcterms:modified>
</cp:coreProperties>
</file>